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9"/>
  </p:notesMasterIdLst>
  <p:sldIdLst>
    <p:sldId id="256" r:id="rId5"/>
    <p:sldId id="257" r:id="rId6"/>
    <p:sldId id="266" r:id="rId7"/>
    <p:sldId id="259" r:id="rId8"/>
  </p:sldIdLst>
  <p:sldSz cx="10058400" cy="7772400"/>
  <p:notesSz cx="7315200" cy="9601200"/>
  <p:defaultTextStyle>
    <a:defPPr>
      <a:defRPr lang="en-US"/>
    </a:defPPr>
    <a:lvl1pPr marL="0" algn="l" defTabSz="1018824" rtl="0" eaLnBrk="1" latinLnBrk="0" hangingPunct="1">
      <a:defRPr sz="2006" kern="1200">
        <a:solidFill>
          <a:schemeClr val="tx1"/>
        </a:solidFill>
        <a:latin typeface="+mn-lt"/>
        <a:ea typeface="+mn-ea"/>
        <a:cs typeface="+mn-cs"/>
      </a:defRPr>
    </a:lvl1pPr>
    <a:lvl2pPr marL="509412" algn="l" defTabSz="1018824" rtl="0" eaLnBrk="1" latinLnBrk="0" hangingPunct="1">
      <a:defRPr sz="2006" kern="1200">
        <a:solidFill>
          <a:schemeClr val="tx1"/>
        </a:solidFill>
        <a:latin typeface="+mn-lt"/>
        <a:ea typeface="+mn-ea"/>
        <a:cs typeface="+mn-cs"/>
      </a:defRPr>
    </a:lvl2pPr>
    <a:lvl3pPr marL="1018824" algn="l" defTabSz="1018824" rtl="0" eaLnBrk="1" latinLnBrk="0" hangingPunct="1">
      <a:defRPr sz="2006" kern="1200">
        <a:solidFill>
          <a:schemeClr val="tx1"/>
        </a:solidFill>
        <a:latin typeface="+mn-lt"/>
        <a:ea typeface="+mn-ea"/>
        <a:cs typeface="+mn-cs"/>
      </a:defRPr>
    </a:lvl3pPr>
    <a:lvl4pPr marL="1528237" algn="l" defTabSz="1018824" rtl="0" eaLnBrk="1" latinLnBrk="0" hangingPunct="1">
      <a:defRPr sz="2006" kern="1200">
        <a:solidFill>
          <a:schemeClr val="tx1"/>
        </a:solidFill>
        <a:latin typeface="+mn-lt"/>
        <a:ea typeface="+mn-ea"/>
        <a:cs typeface="+mn-cs"/>
      </a:defRPr>
    </a:lvl4pPr>
    <a:lvl5pPr marL="2037649" algn="l" defTabSz="1018824" rtl="0" eaLnBrk="1" latinLnBrk="0" hangingPunct="1">
      <a:defRPr sz="2006" kern="1200">
        <a:solidFill>
          <a:schemeClr val="tx1"/>
        </a:solidFill>
        <a:latin typeface="+mn-lt"/>
        <a:ea typeface="+mn-ea"/>
        <a:cs typeface="+mn-cs"/>
      </a:defRPr>
    </a:lvl5pPr>
    <a:lvl6pPr marL="2547061" algn="l" defTabSz="1018824" rtl="0" eaLnBrk="1" latinLnBrk="0" hangingPunct="1">
      <a:defRPr sz="2006" kern="1200">
        <a:solidFill>
          <a:schemeClr val="tx1"/>
        </a:solidFill>
        <a:latin typeface="+mn-lt"/>
        <a:ea typeface="+mn-ea"/>
        <a:cs typeface="+mn-cs"/>
      </a:defRPr>
    </a:lvl6pPr>
    <a:lvl7pPr marL="3056473" algn="l" defTabSz="1018824" rtl="0" eaLnBrk="1" latinLnBrk="0" hangingPunct="1">
      <a:defRPr sz="2006" kern="1200">
        <a:solidFill>
          <a:schemeClr val="tx1"/>
        </a:solidFill>
        <a:latin typeface="+mn-lt"/>
        <a:ea typeface="+mn-ea"/>
        <a:cs typeface="+mn-cs"/>
      </a:defRPr>
    </a:lvl7pPr>
    <a:lvl8pPr marL="3565886" algn="l" defTabSz="1018824" rtl="0" eaLnBrk="1" latinLnBrk="0" hangingPunct="1">
      <a:defRPr sz="2006" kern="1200">
        <a:solidFill>
          <a:schemeClr val="tx1"/>
        </a:solidFill>
        <a:latin typeface="+mn-lt"/>
        <a:ea typeface="+mn-ea"/>
        <a:cs typeface="+mn-cs"/>
      </a:defRPr>
    </a:lvl8pPr>
    <a:lvl9pPr marL="4075298" algn="l" defTabSz="1018824" rtl="0" eaLnBrk="1" latinLnBrk="0" hangingPunct="1">
      <a:defRPr sz="2006"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p15:clr>
            <a:srgbClr val="A4A3A4"/>
          </p15:clr>
        </p15:guide>
        <p15:guide id="2" pos="31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795E5E-2CDA-4ACE-BCA5-77AE11FF8AB8}" v="78" dt="2024-07-21T19:41:17.3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0" d="100"/>
          <a:sy n="100" d="100"/>
        </p:scale>
        <p:origin x="936" y="84"/>
      </p:cViewPr>
      <p:guideLst>
        <p:guide orient="horz" pos="2448"/>
        <p:guide pos="31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810" cy="481370"/>
          </a:xfrm>
          <a:prstGeom prst="rect">
            <a:avLst/>
          </a:prstGeom>
        </p:spPr>
        <p:txBody>
          <a:bodyPr vert="horz" lIns="94704" tIns="47352" rIns="94704" bIns="47352" rtlCol="0"/>
          <a:lstStyle>
            <a:lvl1pPr algn="l">
              <a:defRPr sz="1200"/>
            </a:lvl1pPr>
          </a:lstStyle>
          <a:p>
            <a:endParaRPr lang="en-US"/>
          </a:p>
        </p:txBody>
      </p:sp>
      <p:sp>
        <p:nvSpPr>
          <p:cNvPr id="3" name="Date Placeholder 2"/>
          <p:cNvSpPr>
            <a:spLocks noGrp="1"/>
          </p:cNvSpPr>
          <p:nvPr>
            <p:ph type="dt" idx="1"/>
          </p:nvPr>
        </p:nvSpPr>
        <p:spPr>
          <a:xfrm>
            <a:off x="4143737" y="0"/>
            <a:ext cx="3169810" cy="481370"/>
          </a:xfrm>
          <a:prstGeom prst="rect">
            <a:avLst/>
          </a:prstGeom>
        </p:spPr>
        <p:txBody>
          <a:bodyPr vert="horz" lIns="94704" tIns="47352" rIns="94704" bIns="47352" rtlCol="0"/>
          <a:lstStyle>
            <a:lvl1pPr algn="r">
              <a:defRPr sz="1200"/>
            </a:lvl1pPr>
          </a:lstStyle>
          <a:p>
            <a:fld id="{89EEE20A-2206-4FE5-BC95-A75FFFA96AEC}" type="datetimeFigureOut">
              <a:rPr lang="en-US" smtClean="0"/>
              <a:t>7/21/2024</a:t>
            </a:fld>
            <a:endParaRPr lang="en-US"/>
          </a:p>
        </p:txBody>
      </p:sp>
      <p:sp>
        <p:nvSpPr>
          <p:cNvPr id="4" name="Slide Image Placeholder 3"/>
          <p:cNvSpPr>
            <a:spLocks noGrp="1" noRot="1" noChangeAspect="1"/>
          </p:cNvSpPr>
          <p:nvPr>
            <p:ph type="sldImg" idx="2"/>
          </p:nvPr>
        </p:nvSpPr>
        <p:spPr>
          <a:xfrm>
            <a:off x="1560513" y="1200150"/>
            <a:ext cx="4194175" cy="3240088"/>
          </a:xfrm>
          <a:prstGeom prst="rect">
            <a:avLst/>
          </a:prstGeom>
          <a:noFill/>
          <a:ln w="12700">
            <a:solidFill>
              <a:prstClr val="black"/>
            </a:solidFill>
          </a:ln>
        </p:spPr>
        <p:txBody>
          <a:bodyPr vert="horz" lIns="94704" tIns="47352" rIns="94704" bIns="47352" rtlCol="0" anchor="ctr"/>
          <a:lstStyle/>
          <a:p>
            <a:endParaRPr lang="en-US"/>
          </a:p>
        </p:txBody>
      </p:sp>
      <p:sp>
        <p:nvSpPr>
          <p:cNvPr id="5" name="Notes Placeholder 4"/>
          <p:cNvSpPr>
            <a:spLocks noGrp="1"/>
          </p:cNvSpPr>
          <p:nvPr>
            <p:ph type="body" sz="quarter" idx="3"/>
          </p:nvPr>
        </p:nvSpPr>
        <p:spPr>
          <a:xfrm>
            <a:off x="730859" y="4620496"/>
            <a:ext cx="5853483" cy="3780555"/>
          </a:xfrm>
          <a:prstGeom prst="rect">
            <a:avLst/>
          </a:prstGeom>
        </p:spPr>
        <p:txBody>
          <a:bodyPr vert="horz" lIns="94704" tIns="47352" rIns="94704" bIns="4735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831"/>
            <a:ext cx="3169810" cy="481370"/>
          </a:xfrm>
          <a:prstGeom prst="rect">
            <a:avLst/>
          </a:prstGeom>
        </p:spPr>
        <p:txBody>
          <a:bodyPr vert="horz" lIns="94704" tIns="47352" rIns="94704" bIns="47352" rtlCol="0" anchor="b"/>
          <a:lstStyle>
            <a:lvl1pPr algn="l">
              <a:defRPr sz="1200"/>
            </a:lvl1pPr>
          </a:lstStyle>
          <a:p>
            <a:endParaRPr lang="en-US"/>
          </a:p>
        </p:txBody>
      </p:sp>
      <p:sp>
        <p:nvSpPr>
          <p:cNvPr id="7" name="Slide Number Placeholder 6"/>
          <p:cNvSpPr>
            <a:spLocks noGrp="1"/>
          </p:cNvSpPr>
          <p:nvPr>
            <p:ph type="sldNum" sz="quarter" idx="5"/>
          </p:nvPr>
        </p:nvSpPr>
        <p:spPr>
          <a:xfrm>
            <a:off x="4143737" y="9119831"/>
            <a:ext cx="3169810" cy="481370"/>
          </a:xfrm>
          <a:prstGeom prst="rect">
            <a:avLst/>
          </a:prstGeom>
        </p:spPr>
        <p:txBody>
          <a:bodyPr vert="horz" lIns="94704" tIns="47352" rIns="94704" bIns="47352" rtlCol="0" anchor="b"/>
          <a:lstStyle>
            <a:lvl1pPr algn="r">
              <a:defRPr sz="1200"/>
            </a:lvl1pPr>
          </a:lstStyle>
          <a:p>
            <a:fld id="{95D76479-D501-48D0-ABDE-0DFF53EAA584}" type="slidenum">
              <a:rPr lang="en-US" smtClean="0"/>
              <a:t>‹#›</a:t>
            </a:fld>
            <a:endParaRPr lang="en-US"/>
          </a:p>
        </p:txBody>
      </p:sp>
    </p:spTree>
    <p:extLst>
      <p:ext uri="{BB962C8B-B14F-4D97-AF65-F5344CB8AC3E}">
        <p14:creationId xmlns:p14="http://schemas.microsoft.com/office/powerpoint/2010/main" val="1867964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1"/>
            <a:ext cx="8549640" cy="2705947"/>
          </a:xfrm>
        </p:spPr>
        <p:txBody>
          <a:bodyPr anchor="b"/>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920" indent="0" algn="ctr">
              <a:buNone/>
              <a:defRPr sz="2200"/>
            </a:lvl2pPr>
            <a:lvl3pPr marL="1005840" indent="0" algn="ctr">
              <a:buNone/>
              <a:defRPr sz="1980"/>
            </a:lvl3pPr>
            <a:lvl4pPr marL="1508760" indent="0" algn="ctr">
              <a:buNone/>
              <a:defRPr sz="1760"/>
            </a:lvl4pPr>
            <a:lvl5pPr marL="2011680" indent="0" algn="ctr">
              <a:buNone/>
              <a:defRPr sz="1760"/>
            </a:lvl5pPr>
            <a:lvl6pPr marL="2514600" indent="0" algn="ctr">
              <a:buNone/>
              <a:defRPr sz="1760"/>
            </a:lvl6pPr>
            <a:lvl7pPr marL="3017520" indent="0" algn="ctr">
              <a:buNone/>
              <a:defRPr sz="1760"/>
            </a:lvl7pPr>
            <a:lvl8pPr marL="3520440" indent="0" algn="ctr">
              <a:buNone/>
              <a:defRPr sz="1760"/>
            </a:lvl8pPr>
            <a:lvl9pPr marL="4023360" indent="0" algn="ctr">
              <a:buNone/>
              <a:defRPr sz="1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B936271-5D4A-4206-B935-637E9C6EA9B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04367E-DC1A-4406-87BB-7DF4A8E4FC9C}" type="slidenum">
              <a:rPr lang="en-US" smtClean="0"/>
              <a:t>‹#›</a:t>
            </a:fld>
            <a:endParaRPr lang="en-US"/>
          </a:p>
        </p:txBody>
      </p:sp>
    </p:spTree>
    <p:extLst>
      <p:ext uri="{BB962C8B-B14F-4D97-AF65-F5344CB8AC3E}">
        <p14:creationId xmlns:p14="http://schemas.microsoft.com/office/powerpoint/2010/main" val="874072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936271-5D4A-4206-B935-637E9C6EA9B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04367E-DC1A-4406-87BB-7DF4A8E4FC9C}" type="slidenum">
              <a:rPr lang="en-US" smtClean="0"/>
              <a:t>‹#›</a:t>
            </a:fld>
            <a:endParaRPr lang="en-US"/>
          </a:p>
        </p:txBody>
      </p:sp>
    </p:spTree>
    <p:extLst>
      <p:ext uri="{BB962C8B-B14F-4D97-AF65-F5344CB8AC3E}">
        <p14:creationId xmlns:p14="http://schemas.microsoft.com/office/powerpoint/2010/main" val="4135690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600"/>
            </a:lvl1pPr>
          </a:lstStyle>
          <a:p>
            <a:r>
              <a:rPr lang="en-US"/>
              <a:t>Click to edit Master title style</a:t>
            </a:r>
            <a:endParaRPr lang="en-US" dirty="0"/>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920" indent="0">
              <a:buNone/>
              <a:defRPr sz="2200">
                <a:solidFill>
                  <a:schemeClr val="tx1">
                    <a:tint val="75000"/>
                  </a:schemeClr>
                </a:solidFill>
              </a:defRPr>
            </a:lvl2pPr>
            <a:lvl3pPr marL="1005840" indent="0">
              <a:buNone/>
              <a:defRPr sz="1980">
                <a:solidFill>
                  <a:schemeClr val="tx1">
                    <a:tint val="75000"/>
                  </a:schemeClr>
                </a:solidFill>
              </a:defRPr>
            </a:lvl3pPr>
            <a:lvl4pPr marL="1508760" indent="0">
              <a:buNone/>
              <a:defRPr sz="1760">
                <a:solidFill>
                  <a:schemeClr val="tx1">
                    <a:tint val="75000"/>
                  </a:schemeClr>
                </a:solidFill>
              </a:defRPr>
            </a:lvl4pPr>
            <a:lvl5pPr marL="2011680" indent="0">
              <a:buNone/>
              <a:defRPr sz="1760">
                <a:solidFill>
                  <a:schemeClr val="tx1">
                    <a:tint val="75000"/>
                  </a:schemeClr>
                </a:solidFill>
              </a:defRPr>
            </a:lvl5pPr>
            <a:lvl6pPr marL="2514600" indent="0">
              <a:buNone/>
              <a:defRPr sz="1760">
                <a:solidFill>
                  <a:schemeClr val="tx1">
                    <a:tint val="75000"/>
                  </a:schemeClr>
                </a:solidFill>
              </a:defRPr>
            </a:lvl6pPr>
            <a:lvl7pPr marL="3017520" indent="0">
              <a:buNone/>
              <a:defRPr sz="1760">
                <a:solidFill>
                  <a:schemeClr val="tx1">
                    <a:tint val="75000"/>
                  </a:schemeClr>
                </a:solidFill>
              </a:defRPr>
            </a:lvl7pPr>
            <a:lvl8pPr marL="3520440" indent="0">
              <a:buNone/>
              <a:defRPr sz="1760">
                <a:solidFill>
                  <a:schemeClr val="tx1">
                    <a:tint val="75000"/>
                  </a:schemeClr>
                </a:solidFill>
              </a:defRPr>
            </a:lvl8pPr>
            <a:lvl9pPr marL="4023360"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936271-5D4A-4206-B935-637E9C6EA9B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04367E-DC1A-4406-87BB-7DF4A8E4FC9C}" type="slidenum">
              <a:rPr lang="en-US" smtClean="0"/>
              <a:t>‹#›</a:t>
            </a:fld>
            <a:endParaRPr lang="en-US"/>
          </a:p>
        </p:txBody>
      </p:sp>
    </p:spTree>
    <p:extLst>
      <p:ext uri="{BB962C8B-B14F-4D97-AF65-F5344CB8AC3E}">
        <p14:creationId xmlns:p14="http://schemas.microsoft.com/office/powerpoint/2010/main" val="3592877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B936271-5D4A-4206-B935-637E9C6EA9B8}" type="datetimeFigureOut">
              <a:rPr lang="en-US" smtClean="0"/>
              <a:t>7/21/2024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04367E-DC1A-4406-87BB-7DF4A8E4FC9C}" type="slidenum">
              <a:rPr lang="en-US" smtClean="0"/>
              <a:t>‹#›</a:t>
            </a:fld>
            <a:endParaRPr lang="en-US"/>
          </a:p>
        </p:txBody>
      </p:sp>
    </p:spTree>
    <p:extLst>
      <p:ext uri="{BB962C8B-B14F-4D97-AF65-F5344CB8AC3E}">
        <p14:creationId xmlns:p14="http://schemas.microsoft.com/office/powerpoint/2010/main" val="160493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0"/>
            <a:ext cx="8675370" cy="15023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92826" y="1905318"/>
            <a:ext cx="4255174" cy="933767"/>
          </a:xfrm>
        </p:spPr>
        <p:txBody>
          <a:bodyPr anchor="b"/>
          <a:lstStyle>
            <a:lvl1pPr marL="0" indent="0">
              <a:buNone/>
              <a:defRPr sz="2640" b="1"/>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2066" y="1905318"/>
            <a:ext cx="4276130" cy="933767"/>
          </a:xfrm>
        </p:spPr>
        <p:txBody>
          <a:bodyPr anchor="b"/>
          <a:lstStyle>
            <a:lvl1pPr marL="0" indent="0">
              <a:buNone/>
              <a:defRPr sz="2640" b="1"/>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B936271-5D4A-4206-B935-637E9C6EA9B8}" type="datetimeFigureOut">
              <a:rPr lang="en-US" smtClean="0"/>
              <a:t>7/21/2024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C04367E-DC1A-4406-87BB-7DF4A8E4FC9C}" type="slidenum">
              <a:rPr lang="en-US" smtClean="0"/>
              <a:t>‹#›</a:t>
            </a:fld>
            <a:endParaRPr lang="en-US"/>
          </a:p>
        </p:txBody>
      </p:sp>
    </p:spTree>
    <p:extLst>
      <p:ext uri="{BB962C8B-B14F-4D97-AF65-F5344CB8AC3E}">
        <p14:creationId xmlns:p14="http://schemas.microsoft.com/office/powerpoint/2010/main" val="680707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B936271-5D4A-4206-B935-637E9C6EA9B8}" type="datetimeFigureOut">
              <a:rPr lang="en-US" smtClean="0"/>
              <a:t>7/21/2024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C04367E-DC1A-4406-87BB-7DF4A8E4FC9C}" type="slidenum">
              <a:rPr lang="en-US" smtClean="0"/>
              <a:t>‹#›</a:t>
            </a:fld>
            <a:endParaRPr lang="en-US"/>
          </a:p>
        </p:txBody>
      </p:sp>
    </p:spTree>
    <p:extLst>
      <p:ext uri="{BB962C8B-B14F-4D97-AF65-F5344CB8AC3E}">
        <p14:creationId xmlns:p14="http://schemas.microsoft.com/office/powerpoint/2010/main" val="1553659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936271-5D4A-4206-B935-637E9C6EA9B8}" type="datetimeFigureOut">
              <a:rPr lang="en-US" smtClean="0"/>
              <a:t>7/21/2024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C04367E-DC1A-4406-87BB-7DF4A8E4FC9C}" type="slidenum">
              <a:rPr lang="en-US" smtClean="0"/>
              <a:t>‹#›</a:t>
            </a:fld>
            <a:endParaRPr lang="en-US"/>
          </a:p>
        </p:txBody>
      </p:sp>
    </p:spTree>
    <p:extLst>
      <p:ext uri="{BB962C8B-B14F-4D97-AF65-F5344CB8AC3E}">
        <p14:creationId xmlns:p14="http://schemas.microsoft.com/office/powerpoint/2010/main" val="12357570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20"/>
            </a:lvl1pPr>
          </a:lstStyle>
          <a:p>
            <a:r>
              <a:rPr lang="en-US"/>
              <a:t>Click to edit Master title style</a:t>
            </a:r>
            <a:endParaRPr lang="en-US" dirty="0"/>
          </a:p>
        </p:txBody>
      </p:sp>
      <p:sp>
        <p:nvSpPr>
          <p:cNvPr id="3" name="Content Placeholder 2"/>
          <p:cNvSpPr>
            <a:spLocks noGrp="1"/>
          </p:cNvSpPr>
          <p:nvPr>
            <p:ph idx="1"/>
          </p:nvPr>
        </p:nvSpPr>
        <p:spPr>
          <a:xfrm>
            <a:off x="4276130" y="1119083"/>
            <a:ext cx="5092065" cy="5523442"/>
          </a:xfrm>
        </p:spPr>
        <p:txBody>
          <a:bodyPr/>
          <a:lstStyle>
            <a:lvl1pPr>
              <a:defRPr sz="3520"/>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920" indent="0">
              <a:buNone/>
              <a:defRPr sz="1540"/>
            </a:lvl2pPr>
            <a:lvl3pPr marL="1005840" indent="0">
              <a:buNone/>
              <a:defRPr sz="1320"/>
            </a:lvl3pPr>
            <a:lvl4pPr marL="1508760" indent="0">
              <a:buNone/>
              <a:defRPr sz="1100"/>
            </a:lvl4pPr>
            <a:lvl5pPr marL="2011680" indent="0">
              <a:buNone/>
              <a:defRPr sz="1100"/>
            </a:lvl5pPr>
            <a:lvl6pPr marL="2514600" indent="0">
              <a:buNone/>
              <a:defRPr sz="1100"/>
            </a:lvl6pPr>
            <a:lvl7pPr marL="3017520" indent="0">
              <a:buNone/>
              <a:defRPr sz="1100"/>
            </a:lvl7pPr>
            <a:lvl8pPr marL="3520440" indent="0">
              <a:buNone/>
              <a:defRPr sz="1100"/>
            </a:lvl8pPr>
            <a:lvl9pPr marL="402336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2B936271-5D4A-4206-B935-637E9C6EA9B8}" type="datetimeFigureOut">
              <a:rPr lang="en-US" smtClean="0"/>
              <a:t>7/21/2024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04367E-DC1A-4406-87BB-7DF4A8E4FC9C}" type="slidenum">
              <a:rPr lang="en-US" smtClean="0"/>
              <a:t>‹#›</a:t>
            </a:fld>
            <a:endParaRPr lang="en-US"/>
          </a:p>
        </p:txBody>
      </p:sp>
    </p:spTree>
    <p:extLst>
      <p:ext uri="{BB962C8B-B14F-4D97-AF65-F5344CB8AC3E}">
        <p14:creationId xmlns:p14="http://schemas.microsoft.com/office/powerpoint/2010/main" val="2454169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2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20"/>
            </a:lvl1pPr>
            <a:lvl2pPr marL="502920" indent="0">
              <a:buNone/>
              <a:defRPr sz="3080"/>
            </a:lvl2pPr>
            <a:lvl3pPr marL="1005840" indent="0">
              <a:buNone/>
              <a:defRPr sz="2640"/>
            </a:lvl3pPr>
            <a:lvl4pPr marL="1508760" indent="0">
              <a:buNone/>
              <a:defRPr sz="2200"/>
            </a:lvl4pPr>
            <a:lvl5pPr marL="2011680" indent="0">
              <a:buNone/>
              <a:defRPr sz="2200"/>
            </a:lvl5pPr>
            <a:lvl6pPr marL="2514600" indent="0">
              <a:buNone/>
              <a:defRPr sz="2200"/>
            </a:lvl6pPr>
            <a:lvl7pPr marL="3017520" indent="0">
              <a:buNone/>
              <a:defRPr sz="2200"/>
            </a:lvl7pPr>
            <a:lvl8pPr marL="3520440" indent="0">
              <a:buNone/>
              <a:defRPr sz="2200"/>
            </a:lvl8pPr>
            <a:lvl9pPr marL="4023360" indent="0">
              <a:buNone/>
              <a:defRPr sz="2200"/>
            </a:lvl9pPr>
          </a:lstStyle>
          <a:p>
            <a:r>
              <a:rPr lang="en-US"/>
              <a:t>Click icon to add picture</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920" indent="0">
              <a:buNone/>
              <a:defRPr sz="1540"/>
            </a:lvl2pPr>
            <a:lvl3pPr marL="1005840" indent="0">
              <a:buNone/>
              <a:defRPr sz="1320"/>
            </a:lvl3pPr>
            <a:lvl4pPr marL="1508760" indent="0">
              <a:buNone/>
              <a:defRPr sz="1100"/>
            </a:lvl4pPr>
            <a:lvl5pPr marL="2011680" indent="0">
              <a:buNone/>
              <a:defRPr sz="1100"/>
            </a:lvl5pPr>
            <a:lvl6pPr marL="2514600" indent="0">
              <a:buNone/>
              <a:defRPr sz="1100"/>
            </a:lvl6pPr>
            <a:lvl7pPr marL="3017520" indent="0">
              <a:buNone/>
              <a:defRPr sz="1100"/>
            </a:lvl7pPr>
            <a:lvl8pPr marL="3520440" indent="0">
              <a:buNone/>
              <a:defRPr sz="1100"/>
            </a:lvl8pPr>
            <a:lvl9pPr marL="402336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2B936271-5D4A-4206-B935-637E9C6EA9B8}" type="datetimeFigureOut">
              <a:rPr lang="en-US" smtClean="0"/>
              <a:t>7/21/2024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04367E-DC1A-4406-87BB-7DF4A8E4FC9C}" type="slidenum">
              <a:rPr lang="en-US" smtClean="0"/>
              <a:t>‹#›</a:t>
            </a:fld>
            <a:endParaRPr lang="en-US"/>
          </a:p>
        </p:txBody>
      </p:sp>
    </p:spTree>
    <p:extLst>
      <p:ext uri="{BB962C8B-B14F-4D97-AF65-F5344CB8AC3E}">
        <p14:creationId xmlns:p14="http://schemas.microsoft.com/office/powerpoint/2010/main" val="2382247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936271-5D4A-4206-B935-637E9C6EA9B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04367E-DC1A-4406-87BB-7DF4A8E4FC9C}" type="slidenum">
              <a:rPr lang="en-US" smtClean="0"/>
              <a:t>‹#›</a:t>
            </a:fld>
            <a:endParaRPr lang="en-US"/>
          </a:p>
        </p:txBody>
      </p:sp>
    </p:spTree>
    <p:extLst>
      <p:ext uri="{BB962C8B-B14F-4D97-AF65-F5344CB8AC3E}">
        <p14:creationId xmlns:p14="http://schemas.microsoft.com/office/powerpoint/2010/main" val="4209434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3" y="413808"/>
            <a:ext cx="2168843" cy="65867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936271-5D4A-4206-B935-637E9C6EA9B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04367E-DC1A-4406-87BB-7DF4A8E4FC9C}" type="slidenum">
              <a:rPr lang="en-US" smtClean="0"/>
              <a:t>‹#›</a:t>
            </a:fld>
            <a:endParaRPr lang="en-US"/>
          </a:p>
        </p:txBody>
      </p:sp>
    </p:spTree>
    <p:extLst>
      <p:ext uri="{BB962C8B-B14F-4D97-AF65-F5344CB8AC3E}">
        <p14:creationId xmlns:p14="http://schemas.microsoft.com/office/powerpoint/2010/main" val="3497925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0"/>
            <a:ext cx="8675370"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2B936271-5D4A-4206-B935-637E9C6EA9B8}" type="datetimeFigureOut">
              <a:rPr lang="en-US" smtClean="0"/>
              <a:t>7/21/2024</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3C04367E-DC1A-4406-87BB-7DF4A8E4FC9C}" type="slidenum">
              <a:rPr lang="en-US" smtClean="0"/>
              <a:t>‹#›</a:t>
            </a:fld>
            <a:endParaRPr lang="en-US"/>
          </a:p>
        </p:txBody>
      </p:sp>
    </p:spTree>
    <p:extLst>
      <p:ext uri="{BB962C8B-B14F-4D97-AF65-F5344CB8AC3E}">
        <p14:creationId xmlns:p14="http://schemas.microsoft.com/office/powerpoint/2010/main" val="20159501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005840"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60" indent="-251460" algn="l" defTabSz="1005840"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80" indent="-251460" algn="l" defTabSz="1005840"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300" indent="-251460" algn="l" defTabSz="1005840"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2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314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840" rtl="0" eaLnBrk="1" latinLnBrk="0" hangingPunct="1">
        <a:defRPr sz="1980" kern="1200">
          <a:solidFill>
            <a:schemeClr val="tx1"/>
          </a:solidFill>
          <a:latin typeface="+mn-lt"/>
          <a:ea typeface="+mn-ea"/>
          <a:cs typeface="+mn-cs"/>
        </a:defRPr>
      </a:lvl1pPr>
      <a:lvl2pPr marL="502920" algn="l" defTabSz="1005840" rtl="0" eaLnBrk="1" latinLnBrk="0" hangingPunct="1">
        <a:defRPr sz="1980" kern="1200">
          <a:solidFill>
            <a:schemeClr val="tx1"/>
          </a:solidFill>
          <a:latin typeface="+mn-lt"/>
          <a:ea typeface="+mn-ea"/>
          <a:cs typeface="+mn-cs"/>
        </a:defRPr>
      </a:lvl2pPr>
      <a:lvl3pPr marL="1005840" algn="l" defTabSz="1005840" rtl="0" eaLnBrk="1" latinLnBrk="0" hangingPunct="1">
        <a:defRPr sz="1980" kern="1200">
          <a:solidFill>
            <a:schemeClr val="tx1"/>
          </a:solidFill>
          <a:latin typeface="+mn-lt"/>
          <a:ea typeface="+mn-ea"/>
          <a:cs typeface="+mn-cs"/>
        </a:defRPr>
      </a:lvl3pPr>
      <a:lvl4pPr marL="1508760" algn="l" defTabSz="1005840" rtl="0" eaLnBrk="1" latinLnBrk="0" hangingPunct="1">
        <a:defRPr sz="1980" kern="1200">
          <a:solidFill>
            <a:schemeClr val="tx1"/>
          </a:solidFill>
          <a:latin typeface="+mn-lt"/>
          <a:ea typeface="+mn-ea"/>
          <a:cs typeface="+mn-cs"/>
        </a:defRPr>
      </a:lvl4pPr>
      <a:lvl5pPr marL="2011680" algn="l" defTabSz="1005840" rtl="0" eaLnBrk="1" latinLnBrk="0" hangingPunct="1">
        <a:defRPr sz="1980" kern="1200">
          <a:solidFill>
            <a:schemeClr val="tx1"/>
          </a:solidFill>
          <a:latin typeface="+mn-lt"/>
          <a:ea typeface="+mn-ea"/>
          <a:cs typeface="+mn-cs"/>
        </a:defRPr>
      </a:lvl5pPr>
      <a:lvl6pPr marL="2514600" algn="l" defTabSz="1005840" rtl="0" eaLnBrk="1" latinLnBrk="0" hangingPunct="1">
        <a:defRPr sz="1980" kern="1200">
          <a:solidFill>
            <a:schemeClr val="tx1"/>
          </a:solidFill>
          <a:latin typeface="+mn-lt"/>
          <a:ea typeface="+mn-ea"/>
          <a:cs typeface="+mn-cs"/>
        </a:defRPr>
      </a:lvl6pPr>
      <a:lvl7pPr marL="3017520" algn="l" defTabSz="1005840" rtl="0" eaLnBrk="1" latinLnBrk="0" hangingPunct="1">
        <a:defRPr sz="1980" kern="1200">
          <a:solidFill>
            <a:schemeClr val="tx1"/>
          </a:solidFill>
          <a:latin typeface="+mn-lt"/>
          <a:ea typeface="+mn-ea"/>
          <a:cs typeface="+mn-cs"/>
        </a:defRPr>
      </a:lvl7pPr>
      <a:lvl8pPr marL="3520440" algn="l" defTabSz="1005840" rtl="0" eaLnBrk="1" latinLnBrk="0" hangingPunct="1">
        <a:defRPr sz="1980" kern="1200">
          <a:solidFill>
            <a:schemeClr val="tx1"/>
          </a:solidFill>
          <a:latin typeface="+mn-lt"/>
          <a:ea typeface="+mn-ea"/>
          <a:cs typeface="+mn-cs"/>
        </a:defRPr>
      </a:lvl8pPr>
      <a:lvl9pPr marL="4023360" algn="l" defTabSz="1005840"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lum bright="70000" contrast="-70000"/>
            <a:alphaModFix amt="70000"/>
            <a:extLst>
              <a:ext uri="{28A0092B-C50C-407E-A947-70E740481C1C}">
                <a14:useLocalDpi xmlns:a14="http://schemas.microsoft.com/office/drawing/2010/main" val="0"/>
              </a:ext>
            </a:extLst>
          </a:blip>
          <a:srcRect l="27584" t="6186" r="24689" b="62"/>
          <a:stretch/>
        </p:blipFill>
        <p:spPr>
          <a:xfrm>
            <a:off x="405725" y="1233431"/>
            <a:ext cx="4204158" cy="5432646"/>
          </a:xfrm>
          <a:prstGeom prst="rect">
            <a:avLst/>
          </a:prstGeom>
          <a:ln>
            <a:noFill/>
          </a:ln>
          <a:effectLst>
            <a:softEdge rad="112500"/>
          </a:effectLst>
        </p:spPr>
      </p:pic>
      <p:sp>
        <p:nvSpPr>
          <p:cNvPr id="5" name="TextBox 4"/>
          <p:cNvSpPr txBox="1"/>
          <p:nvPr/>
        </p:nvSpPr>
        <p:spPr>
          <a:xfrm>
            <a:off x="1003699" y="304541"/>
            <a:ext cx="3007122" cy="707886"/>
          </a:xfrm>
          <a:prstGeom prst="rect">
            <a:avLst/>
          </a:prstGeom>
          <a:noFill/>
        </p:spPr>
        <p:txBody>
          <a:bodyPr wrap="square" rtlCol="0">
            <a:spAutoFit/>
          </a:bodyPr>
          <a:lstStyle/>
          <a:p>
            <a:pPr algn="ctr"/>
            <a:r>
              <a:rPr lang="en-US" sz="4000" u="sng" dirty="0">
                <a:latin typeface="Monotype Corsiva" panose="03010101010201010101" pitchFamily="66" charset="0"/>
                <a:cs typeface="Snell Roundhand"/>
              </a:rPr>
              <a:t>Marines’ Hymn</a:t>
            </a:r>
          </a:p>
        </p:txBody>
      </p:sp>
      <p:sp>
        <p:nvSpPr>
          <p:cNvPr id="6" name="Rectangle 5"/>
          <p:cNvSpPr/>
          <p:nvPr/>
        </p:nvSpPr>
        <p:spPr>
          <a:xfrm>
            <a:off x="1114718" y="1230322"/>
            <a:ext cx="2785083" cy="5693865"/>
          </a:xfrm>
          <a:prstGeom prst="rect">
            <a:avLst/>
          </a:prstGeom>
          <a:noFill/>
        </p:spPr>
        <p:txBody>
          <a:bodyPr wrap="square">
            <a:spAutoFit/>
          </a:bodyPr>
          <a:lstStyle/>
          <a:p>
            <a:pPr algn="ctr"/>
            <a:r>
              <a:rPr lang="en-US" sz="1400" b="1" dirty="0">
                <a:latin typeface="Monotype Corsiva"/>
                <a:cs typeface="Monotype Corsiva"/>
              </a:rPr>
              <a:t> </a:t>
            </a:r>
            <a:r>
              <a:rPr lang="en-US" sz="1400" dirty="0">
                <a:latin typeface="Monotype Corsiva"/>
                <a:cs typeface="Monotype Corsiva"/>
              </a:rPr>
              <a:t>From the halls of Montezuma</a:t>
            </a:r>
          </a:p>
          <a:p>
            <a:pPr algn="ctr"/>
            <a:r>
              <a:rPr lang="en-US" sz="1400" dirty="0">
                <a:latin typeface="Monotype Corsiva"/>
                <a:cs typeface="Monotype Corsiva"/>
              </a:rPr>
              <a:t>To the shores of Tripoli</a:t>
            </a:r>
          </a:p>
          <a:p>
            <a:pPr algn="ctr"/>
            <a:r>
              <a:rPr lang="en-US" sz="1400" dirty="0">
                <a:latin typeface="Monotype Corsiva"/>
                <a:cs typeface="Monotype Corsiva"/>
              </a:rPr>
              <a:t>We fight our country’s battles</a:t>
            </a:r>
          </a:p>
          <a:p>
            <a:pPr algn="ctr"/>
            <a:r>
              <a:rPr lang="en-US" sz="1400" dirty="0">
                <a:latin typeface="Monotype Corsiva"/>
                <a:cs typeface="Monotype Corsiva"/>
              </a:rPr>
              <a:t>In the air, on land and sea.</a:t>
            </a:r>
          </a:p>
          <a:p>
            <a:pPr algn="ctr"/>
            <a:r>
              <a:rPr lang="en-US" sz="1400" dirty="0">
                <a:latin typeface="Monotype Corsiva"/>
                <a:cs typeface="Monotype Corsiva"/>
              </a:rPr>
              <a:t>First to fight for right and freedom,</a:t>
            </a:r>
          </a:p>
          <a:p>
            <a:pPr algn="ctr"/>
            <a:r>
              <a:rPr lang="en-US" sz="1400" dirty="0">
                <a:latin typeface="Monotype Corsiva"/>
                <a:cs typeface="Monotype Corsiva"/>
              </a:rPr>
              <a:t>And to keep our honor clean,</a:t>
            </a:r>
          </a:p>
          <a:p>
            <a:pPr algn="ctr"/>
            <a:r>
              <a:rPr lang="en-US" sz="1400" dirty="0">
                <a:latin typeface="Monotype Corsiva"/>
                <a:cs typeface="Monotype Corsiva"/>
              </a:rPr>
              <a:t>We are proud to claim the title of</a:t>
            </a:r>
          </a:p>
          <a:p>
            <a:pPr algn="ctr"/>
            <a:r>
              <a:rPr lang="en-US" sz="1400" dirty="0">
                <a:latin typeface="Monotype Corsiva"/>
                <a:cs typeface="Monotype Corsiva"/>
              </a:rPr>
              <a:t>UNITED STATES MARINE.</a:t>
            </a:r>
          </a:p>
          <a:p>
            <a:pPr algn="ctr"/>
            <a:r>
              <a:rPr lang="en-US" sz="1400" dirty="0">
                <a:latin typeface="Monotype Corsiva"/>
                <a:cs typeface="Monotype Corsiva"/>
              </a:rPr>
              <a:t> </a:t>
            </a:r>
          </a:p>
          <a:p>
            <a:pPr algn="ctr"/>
            <a:r>
              <a:rPr lang="en-US" sz="1400" dirty="0">
                <a:latin typeface="Monotype Corsiva"/>
                <a:cs typeface="Monotype Corsiva"/>
              </a:rPr>
              <a:t>Our Flag’s unfurl’d to every breeze</a:t>
            </a:r>
          </a:p>
          <a:p>
            <a:pPr algn="ctr"/>
            <a:r>
              <a:rPr lang="en-US" sz="1400" dirty="0">
                <a:latin typeface="Monotype Corsiva"/>
                <a:cs typeface="Monotype Corsiva"/>
              </a:rPr>
              <a:t>From dawn to setting sun;</a:t>
            </a:r>
          </a:p>
          <a:p>
            <a:pPr algn="ctr"/>
            <a:r>
              <a:rPr lang="en-US" sz="1400" dirty="0">
                <a:latin typeface="Monotype Corsiva"/>
                <a:cs typeface="Monotype Corsiva"/>
              </a:rPr>
              <a:t>We have fought in every clime and place</a:t>
            </a:r>
          </a:p>
          <a:p>
            <a:pPr algn="ctr"/>
            <a:r>
              <a:rPr lang="en-US" sz="1400" dirty="0">
                <a:latin typeface="Monotype Corsiva"/>
                <a:cs typeface="Monotype Corsiva"/>
              </a:rPr>
              <a:t>Where we could take a gun.</a:t>
            </a:r>
          </a:p>
          <a:p>
            <a:pPr algn="ctr"/>
            <a:r>
              <a:rPr lang="en-US" sz="1400" dirty="0">
                <a:latin typeface="Monotype Corsiva"/>
                <a:cs typeface="Monotype Corsiva"/>
              </a:rPr>
              <a:t>In the snow of far-off northern lands</a:t>
            </a:r>
          </a:p>
          <a:p>
            <a:pPr algn="ctr"/>
            <a:r>
              <a:rPr lang="en-US" sz="1400" dirty="0">
                <a:latin typeface="Monotype Corsiva"/>
                <a:cs typeface="Monotype Corsiva"/>
              </a:rPr>
              <a:t>And in sunny tropic scenes,</a:t>
            </a:r>
          </a:p>
          <a:p>
            <a:pPr algn="ctr"/>
            <a:r>
              <a:rPr lang="en-US" sz="1400" dirty="0">
                <a:latin typeface="Monotype Corsiva"/>
                <a:cs typeface="Monotype Corsiva"/>
              </a:rPr>
              <a:t>You will find us always on the job, the</a:t>
            </a:r>
          </a:p>
          <a:p>
            <a:pPr algn="ctr"/>
            <a:r>
              <a:rPr lang="en-US" sz="1400" dirty="0">
                <a:latin typeface="Monotype Corsiva"/>
                <a:cs typeface="Monotype Corsiva"/>
              </a:rPr>
              <a:t>UNITED STATES MARINES.</a:t>
            </a:r>
          </a:p>
          <a:p>
            <a:pPr algn="ctr"/>
            <a:r>
              <a:rPr lang="en-US" sz="1400" dirty="0">
                <a:latin typeface="Monotype Corsiva"/>
                <a:cs typeface="Monotype Corsiva"/>
              </a:rPr>
              <a:t> </a:t>
            </a:r>
          </a:p>
          <a:p>
            <a:pPr algn="ctr"/>
            <a:r>
              <a:rPr lang="en-US" sz="1400" dirty="0">
                <a:latin typeface="Monotype Corsiva"/>
                <a:cs typeface="Monotype Corsiva"/>
              </a:rPr>
              <a:t>Here’s health to you and to our Corps</a:t>
            </a:r>
          </a:p>
          <a:p>
            <a:pPr algn="ctr"/>
            <a:r>
              <a:rPr lang="en-US" sz="1400" dirty="0">
                <a:latin typeface="Monotype Corsiva"/>
                <a:cs typeface="Monotype Corsiva"/>
              </a:rPr>
              <a:t>Which we are proud to serve;</a:t>
            </a:r>
          </a:p>
          <a:p>
            <a:pPr algn="ctr"/>
            <a:r>
              <a:rPr lang="en-US" sz="1400" dirty="0">
                <a:latin typeface="Monotype Corsiva"/>
                <a:cs typeface="Monotype Corsiva"/>
              </a:rPr>
              <a:t>In many a strife we’ve fought for life</a:t>
            </a:r>
          </a:p>
          <a:p>
            <a:pPr algn="ctr"/>
            <a:r>
              <a:rPr lang="en-US" sz="1400" dirty="0">
                <a:latin typeface="Monotype Corsiva"/>
                <a:cs typeface="Monotype Corsiva"/>
              </a:rPr>
              <a:t>And never lost our nerve.</a:t>
            </a:r>
          </a:p>
          <a:p>
            <a:pPr algn="ctr"/>
            <a:r>
              <a:rPr lang="en-US" sz="1400" dirty="0">
                <a:latin typeface="Monotype Corsiva"/>
                <a:cs typeface="Monotype Corsiva"/>
              </a:rPr>
              <a:t>If the Army and the Navy</a:t>
            </a:r>
          </a:p>
          <a:p>
            <a:pPr algn="ctr"/>
            <a:r>
              <a:rPr lang="en-US" sz="1400" dirty="0">
                <a:latin typeface="Monotype Corsiva"/>
                <a:cs typeface="Monotype Corsiva"/>
              </a:rPr>
              <a:t>Ever look on Heaven’s scenes,</a:t>
            </a:r>
          </a:p>
          <a:p>
            <a:pPr algn="ctr"/>
            <a:r>
              <a:rPr lang="en-US" sz="1400" dirty="0">
                <a:latin typeface="Monotype Corsiva"/>
                <a:cs typeface="Monotype Corsiva"/>
              </a:rPr>
              <a:t>They will find the streets are guarded by</a:t>
            </a:r>
          </a:p>
          <a:p>
            <a:pPr algn="ctr"/>
            <a:r>
              <a:rPr lang="en-US" sz="1400" dirty="0">
                <a:latin typeface="Monotype Corsiva"/>
                <a:cs typeface="Monotype Corsiva"/>
              </a:rPr>
              <a:t>UNITED STATES MARINES.</a:t>
            </a:r>
          </a:p>
        </p:txBody>
      </p:sp>
      <p:sp>
        <p:nvSpPr>
          <p:cNvPr id="7" name="TextBox 6"/>
          <p:cNvSpPr txBox="1"/>
          <p:nvPr/>
        </p:nvSpPr>
        <p:spPr>
          <a:xfrm>
            <a:off x="5226627" y="351291"/>
            <a:ext cx="4529855" cy="1477328"/>
          </a:xfrm>
          <a:prstGeom prst="rect">
            <a:avLst/>
          </a:prstGeom>
          <a:noFill/>
        </p:spPr>
        <p:txBody>
          <a:bodyPr wrap="square" rtlCol="0">
            <a:spAutoFit/>
          </a:bodyPr>
          <a:lstStyle/>
          <a:p>
            <a:pPr algn="ctr"/>
            <a:r>
              <a:rPr lang="en-US" sz="3000" dirty="0">
                <a:latin typeface="Monotype Corsiva" panose="03010101010201010101" pitchFamily="66" charset="0"/>
                <a:cs typeface="Snell Roundhand"/>
              </a:rPr>
              <a:t>Welcome to the</a:t>
            </a:r>
          </a:p>
          <a:p>
            <a:pPr algn="ctr"/>
            <a:r>
              <a:rPr lang="en-US" sz="3000" dirty="0">
                <a:latin typeface="Monotype Corsiva" panose="03010101010201010101" pitchFamily="66" charset="0"/>
                <a:cs typeface="Snell Roundhand"/>
              </a:rPr>
              <a:t>Retirement Ceremony of</a:t>
            </a:r>
          </a:p>
          <a:p>
            <a:pPr algn="ctr"/>
            <a:r>
              <a:rPr lang="en-US" sz="3000" dirty="0">
                <a:latin typeface="Monotype Corsiva" panose="03010101010201010101" pitchFamily="66" charset="0"/>
                <a:cs typeface="Snell Roundhand"/>
              </a:rPr>
              <a:t>MGySgt Eberardo “Lalo” Loza</a:t>
            </a:r>
          </a:p>
        </p:txBody>
      </p:sp>
      <p:sp>
        <p:nvSpPr>
          <p:cNvPr id="8" name="TextBox 7"/>
          <p:cNvSpPr txBox="1"/>
          <p:nvPr/>
        </p:nvSpPr>
        <p:spPr>
          <a:xfrm>
            <a:off x="5917174" y="6280524"/>
            <a:ext cx="3202450" cy="830997"/>
          </a:xfrm>
          <a:prstGeom prst="rect">
            <a:avLst/>
          </a:prstGeom>
          <a:noFill/>
        </p:spPr>
        <p:txBody>
          <a:bodyPr wrap="square" rtlCol="0">
            <a:spAutoFit/>
          </a:bodyPr>
          <a:lstStyle/>
          <a:p>
            <a:pPr algn="ctr"/>
            <a:r>
              <a:rPr lang="en-US" sz="2400" dirty="0">
                <a:latin typeface="Monotype Corsiva" panose="03010101010201010101" pitchFamily="66" charset="0"/>
                <a:cs typeface="Monotype Corsiva"/>
              </a:rPr>
              <a:t>7</a:t>
            </a:r>
            <a:r>
              <a:rPr lang="en-US" sz="2400" baseline="30000" dirty="0">
                <a:latin typeface="Monotype Corsiva" panose="03010101010201010101" pitchFamily="66" charset="0"/>
                <a:cs typeface="Monotype Corsiva"/>
              </a:rPr>
              <a:t>th</a:t>
            </a:r>
            <a:r>
              <a:rPr lang="en-US" sz="2400" dirty="0">
                <a:latin typeface="Monotype Corsiva" panose="03010101010201010101" pitchFamily="66" charset="0"/>
                <a:cs typeface="Monotype Corsiva"/>
              </a:rPr>
              <a:t> Day </a:t>
            </a:r>
            <a:r>
              <a:rPr lang="en-US" sz="2400">
                <a:latin typeface="Monotype Corsiva" panose="03010101010201010101" pitchFamily="66" charset="0"/>
                <a:cs typeface="Monotype Corsiva"/>
              </a:rPr>
              <a:t>of July 2023</a:t>
            </a:r>
            <a:endParaRPr lang="en-US" sz="2400" dirty="0">
              <a:latin typeface="Monotype Corsiva" panose="03010101010201010101" pitchFamily="66" charset="0"/>
              <a:cs typeface="Monotype Corsiva"/>
            </a:endParaRPr>
          </a:p>
          <a:p>
            <a:pPr algn="ctr"/>
            <a:r>
              <a:rPr lang="en-US" sz="2400" dirty="0">
                <a:latin typeface="Monotype Corsiva" panose="03010101010201010101" pitchFamily="66" charset="0"/>
                <a:cs typeface="Monotype Corsiva"/>
              </a:rPr>
              <a:t>Camp Lejeune, NC</a:t>
            </a:r>
          </a:p>
        </p:txBody>
      </p:sp>
      <p:grpSp>
        <p:nvGrpSpPr>
          <p:cNvPr id="10" name="Group 9"/>
          <p:cNvGrpSpPr/>
          <p:nvPr/>
        </p:nvGrpSpPr>
        <p:grpSpPr>
          <a:xfrm>
            <a:off x="5226627" y="247032"/>
            <a:ext cx="4583547" cy="7281542"/>
            <a:chOff x="133350" y="135082"/>
            <a:chExt cx="9791702" cy="7505441"/>
          </a:xfrm>
        </p:grpSpPr>
        <p:sp>
          <p:nvSpPr>
            <p:cNvPr id="11" name="Plaque 10"/>
            <p:cNvSpPr/>
            <p:nvPr/>
          </p:nvSpPr>
          <p:spPr>
            <a:xfrm>
              <a:off x="133350" y="138287"/>
              <a:ext cx="9791702" cy="7502236"/>
            </a:xfrm>
            <a:prstGeom prst="plaque">
              <a:avLst>
                <a:gd name="adj" fmla="val 2529"/>
              </a:avLst>
            </a:prstGeom>
            <a:noFill/>
            <a:ln w="76200" cmpd="sng">
              <a:solidFill>
                <a:srgbClr val="FFFF0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Plaque 11"/>
            <p:cNvSpPr/>
            <p:nvPr/>
          </p:nvSpPr>
          <p:spPr>
            <a:xfrm>
              <a:off x="133350" y="135082"/>
              <a:ext cx="9791702" cy="7502236"/>
            </a:xfrm>
            <a:prstGeom prst="plaque">
              <a:avLst>
                <a:gd name="adj" fmla="val 2529"/>
              </a:avLst>
            </a:prstGeom>
            <a:noFill/>
            <a:ln w="76200" cmpd="thickThin">
              <a:solidFill>
                <a:srgbClr val="C0000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3" name="Group 12"/>
          <p:cNvGrpSpPr/>
          <p:nvPr/>
        </p:nvGrpSpPr>
        <p:grpSpPr>
          <a:xfrm>
            <a:off x="215487" y="247032"/>
            <a:ext cx="4583547" cy="7281542"/>
            <a:chOff x="133350" y="135082"/>
            <a:chExt cx="9791702" cy="7505441"/>
          </a:xfrm>
        </p:grpSpPr>
        <p:sp>
          <p:nvSpPr>
            <p:cNvPr id="14" name="Plaque 13"/>
            <p:cNvSpPr/>
            <p:nvPr/>
          </p:nvSpPr>
          <p:spPr>
            <a:xfrm>
              <a:off x="133350" y="138287"/>
              <a:ext cx="9791702" cy="7502236"/>
            </a:xfrm>
            <a:prstGeom prst="plaque">
              <a:avLst>
                <a:gd name="adj" fmla="val 2529"/>
              </a:avLst>
            </a:prstGeom>
            <a:noFill/>
            <a:ln w="76200" cmpd="sng">
              <a:solidFill>
                <a:srgbClr val="FFFF0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Plaque 14"/>
            <p:cNvSpPr/>
            <p:nvPr/>
          </p:nvSpPr>
          <p:spPr>
            <a:xfrm>
              <a:off x="133350" y="135082"/>
              <a:ext cx="9791702" cy="7502236"/>
            </a:xfrm>
            <a:prstGeom prst="plaque">
              <a:avLst>
                <a:gd name="adj" fmla="val 2529"/>
              </a:avLst>
            </a:prstGeom>
            <a:noFill/>
            <a:ln w="76200" cmpd="thickThin">
              <a:solidFill>
                <a:srgbClr val="C0000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3" name="Picture 2" descr="A picture containing sword, weapon&#10;&#10;Description automatically generated">
            <a:extLst>
              <a:ext uri="{FF2B5EF4-FFF2-40B4-BE49-F238E27FC236}">
                <a16:creationId xmlns:a16="http://schemas.microsoft.com/office/drawing/2014/main" id="{C3BABEC4-2B81-5720-E1AF-483769B475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29019" y="2351029"/>
            <a:ext cx="3064411" cy="3174698"/>
          </a:xfrm>
          <a:prstGeom prst="rect">
            <a:avLst/>
          </a:prstGeom>
        </p:spPr>
      </p:pic>
    </p:spTree>
    <p:extLst>
      <p:ext uri="{BB962C8B-B14F-4D97-AF65-F5344CB8AC3E}">
        <p14:creationId xmlns:p14="http://schemas.microsoft.com/office/powerpoint/2010/main" val="425570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descr="A black and white logo&#10;&#10;Description automatically generated with low confidence">
            <a:extLst>
              <a:ext uri="{FF2B5EF4-FFF2-40B4-BE49-F238E27FC236}">
                <a16:creationId xmlns:a16="http://schemas.microsoft.com/office/drawing/2014/main" id="{529CB329-D056-6ED8-05E5-29211781B4C5}"/>
              </a:ext>
            </a:extLst>
          </p:cNvPr>
          <p:cNvPicPr>
            <a:picLocks noChangeAspect="1"/>
          </p:cNvPicPr>
          <p:nvPr/>
        </p:nvPicPr>
        <p:blipFill>
          <a:blip r:embed="rId2">
            <a:alphaModFix amt="10000"/>
            <a:extLst>
              <a:ext uri="{28A0092B-C50C-407E-A947-70E740481C1C}">
                <a14:useLocalDpi xmlns:a14="http://schemas.microsoft.com/office/drawing/2010/main" val="0"/>
              </a:ext>
            </a:extLst>
          </a:blip>
          <a:stretch>
            <a:fillRect/>
          </a:stretch>
        </p:blipFill>
        <p:spPr>
          <a:xfrm>
            <a:off x="267552" y="1512315"/>
            <a:ext cx="4479416" cy="4747769"/>
          </a:xfrm>
          <a:prstGeom prst="rect">
            <a:avLst/>
          </a:prstGeom>
        </p:spPr>
      </p:pic>
      <p:grpSp>
        <p:nvGrpSpPr>
          <p:cNvPr id="9" name="Group 8"/>
          <p:cNvGrpSpPr/>
          <p:nvPr/>
        </p:nvGrpSpPr>
        <p:grpSpPr>
          <a:xfrm>
            <a:off x="215487" y="226250"/>
            <a:ext cx="4583547" cy="7281542"/>
            <a:chOff x="133350" y="135082"/>
            <a:chExt cx="9791702" cy="7505441"/>
          </a:xfrm>
        </p:grpSpPr>
        <p:sp>
          <p:nvSpPr>
            <p:cNvPr id="10" name="Plaque 9"/>
            <p:cNvSpPr/>
            <p:nvPr/>
          </p:nvSpPr>
          <p:spPr>
            <a:xfrm>
              <a:off x="133350" y="138287"/>
              <a:ext cx="9791702" cy="7502236"/>
            </a:xfrm>
            <a:prstGeom prst="plaque">
              <a:avLst>
                <a:gd name="adj" fmla="val 2529"/>
              </a:avLst>
            </a:prstGeom>
            <a:noFill/>
            <a:ln w="76200" cmpd="sng">
              <a:solidFill>
                <a:srgbClr val="FFFF0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Plaque 10"/>
            <p:cNvSpPr/>
            <p:nvPr/>
          </p:nvSpPr>
          <p:spPr>
            <a:xfrm>
              <a:off x="133350" y="135082"/>
              <a:ext cx="9791702" cy="7502236"/>
            </a:xfrm>
            <a:prstGeom prst="plaque">
              <a:avLst>
                <a:gd name="adj" fmla="val 2529"/>
              </a:avLst>
            </a:prstGeom>
            <a:noFill/>
            <a:ln w="76200" cmpd="thickThin">
              <a:solidFill>
                <a:srgbClr val="C0000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4" name="TextBox 13"/>
          <p:cNvSpPr txBox="1"/>
          <p:nvPr/>
        </p:nvSpPr>
        <p:spPr>
          <a:xfrm>
            <a:off x="483945" y="336973"/>
            <a:ext cx="4046630" cy="707886"/>
          </a:xfrm>
          <a:prstGeom prst="rect">
            <a:avLst/>
          </a:prstGeom>
          <a:noFill/>
        </p:spPr>
        <p:txBody>
          <a:bodyPr wrap="square" rtlCol="0">
            <a:spAutoFit/>
          </a:bodyPr>
          <a:lstStyle/>
          <a:p>
            <a:pPr algn="ctr"/>
            <a:r>
              <a:rPr lang="en-US" sz="4000" u="sng" dirty="0">
                <a:latin typeface="Monotype Corsiva" panose="03010101010201010101" pitchFamily="66" charset="0"/>
                <a:cs typeface="Snell Roundhand"/>
              </a:rPr>
              <a:t>Sequence of Events</a:t>
            </a:r>
          </a:p>
        </p:txBody>
      </p:sp>
      <p:sp>
        <p:nvSpPr>
          <p:cNvPr id="15" name="Rectangle 14"/>
          <p:cNvSpPr/>
          <p:nvPr/>
        </p:nvSpPr>
        <p:spPr>
          <a:xfrm>
            <a:off x="483945" y="1450400"/>
            <a:ext cx="4046631" cy="4478149"/>
          </a:xfrm>
          <a:prstGeom prst="rect">
            <a:avLst/>
          </a:prstGeom>
        </p:spPr>
        <p:txBody>
          <a:bodyPr wrap="square">
            <a:spAutoFit/>
          </a:bodyPr>
          <a:lstStyle/>
          <a:p>
            <a:pPr algn="ctr">
              <a:lnSpc>
                <a:spcPct val="150000"/>
              </a:lnSpc>
            </a:pPr>
            <a:r>
              <a:rPr lang="en-US" sz="2400" dirty="0">
                <a:latin typeface="Monotype Corsiva" panose="03010101010201010101" pitchFamily="66" charset="0"/>
              </a:rPr>
              <a:t>Invocation</a:t>
            </a:r>
          </a:p>
          <a:p>
            <a:pPr algn="ctr">
              <a:lnSpc>
                <a:spcPct val="150000"/>
              </a:lnSpc>
            </a:pPr>
            <a:r>
              <a:rPr lang="en-US" sz="2400" dirty="0">
                <a:latin typeface="Monotype Corsiva" panose="03010101010201010101" pitchFamily="66" charset="0"/>
              </a:rPr>
              <a:t>National Anthem</a:t>
            </a:r>
          </a:p>
          <a:p>
            <a:pPr algn="ctr">
              <a:lnSpc>
                <a:spcPct val="150000"/>
              </a:lnSpc>
            </a:pPr>
            <a:r>
              <a:rPr lang="en-US" sz="2400" dirty="0">
                <a:latin typeface="Monotype Corsiva" panose="03010101010201010101" pitchFamily="66" charset="0"/>
              </a:rPr>
              <a:t>Reading of Certificates</a:t>
            </a:r>
          </a:p>
          <a:p>
            <a:pPr algn="ctr">
              <a:lnSpc>
                <a:spcPct val="150000"/>
              </a:lnSpc>
            </a:pPr>
            <a:r>
              <a:rPr lang="en-US" sz="2400" dirty="0">
                <a:latin typeface="Monotype Corsiva" panose="03010101010201010101" pitchFamily="66" charset="0"/>
              </a:rPr>
              <a:t>Remarks by Retiring Officer</a:t>
            </a:r>
          </a:p>
          <a:p>
            <a:pPr algn="ctr">
              <a:lnSpc>
                <a:spcPct val="150000"/>
              </a:lnSpc>
            </a:pPr>
            <a:r>
              <a:rPr lang="en-US" sz="2400" dirty="0">
                <a:latin typeface="Monotype Corsiva" panose="03010101010201010101" pitchFamily="66" charset="0"/>
              </a:rPr>
              <a:t>Remarks by MGySgt Loza</a:t>
            </a:r>
          </a:p>
          <a:p>
            <a:pPr algn="ctr">
              <a:lnSpc>
                <a:spcPct val="150000"/>
              </a:lnSpc>
            </a:pPr>
            <a:r>
              <a:rPr lang="en-US" sz="2400" dirty="0">
                <a:latin typeface="Monotype Corsiva" panose="03010101010201010101" pitchFamily="66" charset="0"/>
              </a:rPr>
              <a:t>Anchors Away </a:t>
            </a:r>
          </a:p>
          <a:p>
            <a:pPr algn="ctr">
              <a:lnSpc>
                <a:spcPct val="150000"/>
              </a:lnSpc>
            </a:pPr>
            <a:r>
              <a:rPr lang="en-US" sz="2400" dirty="0">
                <a:latin typeface="Monotype Corsiva" panose="03010101010201010101" pitchFamily="66" charset="0"/>
              </a:rPr>
              <a:t>Marines’ Hymn</a:t>
            </a:r>
          </a:p>
          <a:p>
            <a:pPr algn="ctr">
              <a:lnSpc>
                <a:spcPct val="150000"/>
              </a:lnSpc>
            </a:pPr>
            <a:r>
              <a:rPr lang="en-US" sz="2400" dirty="0">
                <a:latin typeface="Monotype Corsiva" panose="03010101010201010101" pitchFamily="66" charset="0"/>
              </a:rPr>
              <a:t>Conclusion of Retirement Ceremony</a:t>
            </a:r>
          </a:p>
        </p:txBody>
      </p:sp>
      <p:pic>
        <p:nvPicPr>
          <p:cNvPr id="3" name="Picture 2">
            <a:extLst>
              <a:ext uri="{FF2B5EF4-FFF2-40B4-BE49-F238E27FC236}">
                <a16:creationId xmlns:a16="http://schemas.microsoft.com/office/drawing/2014/main" id="{521C0D3E-BD3F-F4D2-2A92-FDDE22B9C677}"/>
              </a:ext>
            </a:extLst>
          </p:cNvPr>
          <p:cNvPicPr>
            <a:picLocks noChangeAspect="1"/>
          </p:cNvPicPr>
          <p:nvPr/>
        </p:nvPicPr>
        <p:blipFill>
          <a:blip r:embed="rId3" cstate="print">
            <a:lum bright="70000" contrast="-70000"/>
            <a:alphaModFix amt="35000"/>
            <a:extLst>
              <a:ext uri="{28A0092B-C50C-407E-A947-70E740481C1C}">
                <a14:useLocalDpi xmlns:a14="http://schemas.microsoft.com/office/drawing/2010/main" val="0"/>
              </a:ext>
            </a:extLst>
          </a:blip>
          <a:stretch>
            <a:fillRect/>
          </a:stretch>
        </p:blipFill>
        <p:spPr>
          <a:xfrm>
            <a:off x="5360433" y="1860359"/>
            <a:ext cx="4315934" cy="4747526"/>
          </a:xfrm>
          <a:prstGeom prst="rect">
            <a:avLst/>
          </a:prstGeom>
        </p:spPr>
      </p:pic>
      <p:grpSp>
        <p:nvGrpSpPr>
          <p:cNvPr id="5" name="Group 4">
            <a:extLst>
              <a:ext uri="{FF2B5EF4-FFF2-40B4-BE49-F238E27FC236}">
                <a16:creationId xmlns:a16="http://schemas.microsoft.com/office/drawing/2014/main" id="{326EDC0E-08BC-9637-0E62-6C415E834C49}"/>
              </a:ext>
            </a:extLst>
          </p:cNvPr>
          <p:cNvGrpSpPr/>
          <p:nvPr/>
        </p:nvGrpSpPr>
        <p:grpSpPr>
          <a:xfrm>
            <a:off x="5226627" y="226250"/>
            <a:ext cx="4583547" cy="7281542"/>
            <a:chOff x="133350" y="135082"/>
            <a:chExt cx="9791702" cy="7505441"/>
          </a:xfrm>
        </p:grpSpPr>
        <p:sp>
          <p:nvSpPr>
            <p:cNvPr id="12" name="Plaque 11">
              <a:extLst>
                <a:ext uri="{FF2B5EF4-FFF2-40B4-BE49-F238E27FC236}">
                  <a16:creationId xmlns:a16="http://schemas.microsoft.com/office/drawing/2014/main" id="{9CB2ACAB-E782-6661-982D-7725B4D84DA9}"/>
                </a:ext>
              </a:extLst>
            </p:cNvPr>
            <p:cNvSpPr/>
            <p:nvPr/>
          </p:nvSpPr>
          <p:spPr>
            <a:xfrm>
              <a:off x="133350" y="138287"/>
              <a:ext cx="9791702" cy="7502236"/>
            </a:xfrm>
            <a:prstGeom prst="plaque">
              <a:avLst>
                <a:gd name="adj" fmla="val 2529"/>
              </a:avLst>
            </a:prstGeom>
            <a:noFill/>
            <a:ln w="76200" cmpd="sng">
              <a:solidFill>
                <a:srgbClr val="FFFF0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Plaque 12">
              <a:extLst>
                <a:ext uri="{FF2B5EF4-FFF2-40B4-BE49-F238E27FC236}">
                  <a16:creationId xmlns:a16="http://schemas.microsoft.com/office/drawing/2014/main" id="{A68BE6FD-0DB8-1AD5-F57B-87809F0AB6AC}"/>
                </a:ext>
              </a:extLst>
            </p:cNvPr>
            <p:cNvSpPr/>
            <p:nvPr/>
          </p:nvSpPr>
          <p:spPr>
            <a:xfrm>
              <a:off x="133350" y="135082"/>
              <a:ext cx="9791702" cy="7502236"/>
            </a:xfrm>
            <a:prstGeom prst="plaque">
              <a:avLst>
                <a:gd name="adj" fmla="val 2529"/>
              </a:avLst>
            </a:prstGeom>
            <a:noFill/>
            <a:ln w="76200" cmpd="thickThin">
              <a:solidFill>
                <a:srgbClr val="C0000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AE18D3F7-FED5-CC7A-50A9-F2E63D18C2DC}"/>
              </a:ext>
            </a:extLst>
          </p:cNvPr>
          <p:cNvSpPr txBox="1"/>
          <p:nvPr/>
        </p:nvSpPr>
        <p:spPr>
          <a:xfrm>
            <a:off x="5259368" y="1450400"/>
            <a:ext cx="4583545" cy="5745932"/>
          </a:xfrm>
          <a:prstGeom prst="rect">
            <a:avLst/>
          </a:prstGeom>
          <a:noFill/>
        </p:spPr>
        <p:txBody>
          <a:bodyPr wrap="square" rtlCol="0">
            <a:spAutoFit/>
          </a:bodyPr>
          <a:lstStyle/>
          <a:p>
            <a:pPr>
              <a:lnSpc>
                <a:spcPct val="150000"/>
              </a:lnSpc>
            </a:pPr>
            <a:r>
              <a:rPr lang="en-US" sz="900" dirty="0">
                <a:latin typeface="Times New Roman" panose="02020603050405020304" pitchFamily="18" charset="0"/>
                <a:cs typeface="Times New Roman" panose="02020603050405020304" pitchFamily="18" charset="0"/>
              </a:rPr>
              <a:t>In May 2012, CWO2 Hackworth deployed to Afghanistan in support of Operation Enduring Freedom. During the deployment, he served as the S-</a:t>
            </a:r>
            <a:r>
              <a:rPr lang="en-US" sz="900" dirty="0" err="1">
                <a:latin typeface="Times New Roman" panose="02020603050405020304" pitchFamily="18" charset="0"/>
                <a:cs typeface="Times New Roman" panose="02020603050405020304" pitchFamily="18" charset="0"/>
              </a:rPr>
              <a:t>4A</a:t>
            </a:r>
            <a:r>
              <a:rPr lang="en-US" sz="900" dirty="0">
                <a:latin typeface="Times New Roman" panose="02020603050405020304" pitchFamily="18" charset="0"/>
                <a:cs typeface="Times New Roman" panose="02020603050405020304" pitchFamily="18" charset="0"/>
              </a:rPr>
              <a:t> and then S4 for the last four months. </a:t>
            </a:r>
          </a:p>
          <a:p>
            <a:pPr>
              <a:lnSpc>
                <a:spcPct val="150000"/>
              </a:lnSpc>
            </a:pPr>
            <a:r>
              <a:rPr lang="en-US" sz="900" dirty="0">
                <a:latin typeface="Times New Roman" panose="02020603050405020304" pitchFamily="18" charset="0"/>
                <a:cs typeface="Times New Roman" panose="02020603050405020304" pitchFamily="18" charset="0"/>
              </a:rPr>
              <a:t>In June 2013, CWO3 Hackworth reported to 2d Assault Amphibian Battalion, 2d Marine Division as the battalion ordnance officer.   After a short year at 2d AA Bn, CWO3 Hackworth reported to 10th Marine Regiment to serve as the Regimental Ordnance Officer. In 2016, CWO3 Hackworth was selected and promoted to Captain on the Limited Duty Officer board.    </a:t>
            </a:r>
          </a:p>
          <a:p>
            <a:pPr>
              <a:lnSpc>
                <a:spcPct val="150000"/>
              </a:lnSpc>
            </a:pPr>
            <a:r>
              <a:rPr lang="en-US" sz="900" dirty="0">
                <a:latin typeface="Times New Roman" panose="02020603050405020304" pitchFamily="18" charset="0"/>
                <a:cs typeface="Times New Roman" panose="02020603050405020304" pitchFamily="18" charset="0"/>
              </a:rPr>
              <a:t>In July 2016, he reported to Combat Logistics Regiment-35, 3d MLG, Okinawa, Japan.  Captain Hackworth served as the Material Readiness Officer and the S-3A.  He was involved in the planning for Marine Rotation Force-Darwin equipment rotations, HA/DR equipment set reduction/validation, and the planning and positioning of forces across the Indo-Pacific area of operation. In March 2017, he served as the senior maintenance officer for the MPF offload for CJLOTS.  In August 2017, Captain Hackworth assumed command of Ordnance Maintenance Company, 3d Maintenance Battalion. During this time, the company supported six different exercises in addition to the continued support III MEF.                 </a:t>
            </a:r>
          </a:p>
          <a:p>
            <a:pPr>
              <a:lnSpc>
                <a:spcPct val="150000"/>
              </a:lnSpc>
            </a:pPr>
            <a:r>
              <a:rPr lang="en-US" sz="900" dirty="0">
                <a:latin typeface="Times New Roman" panose="02020603050405020304" pitchFamily="18" charset="0"/>
                <a:cs typeface="Times New Roman" panose="02020603050405020304" pitchFamily="18" charset="0"/>
              </a:rPr>
              <a:t>In July 2018, Captain Hackworth reported to 2d Maintenance Battalion, 2d MLG, to become the Operations Officer. He planned, coordinated, and executed numerous field exercises locally.  In 2019, Captain Hackworth served as the lead planner for forming and training General Support Combat Logistics Battalion-252 in support of MAGTF Warfighting Exercise 1-20. In March 2021, Major Hackworth became the Maintenance Operations Section (MOS) Officer-in-Charge which is responsible for providing maintenance support to east coast units.  His final billet in the battalion was as the Battalion Executive Officer. </a:t>
            </a:r>
          </a:p>
          <a:p>
            <a:endParaRPr lang="en-US" sz="900" dirty="0">
              <a:latin typeface="Times New Roman" panose="02020603050405020304" pitchFamily="18" charset="0"/>
              <a:cs typeface="Times New Roman" panose="02020603050405020304" pitchFamily="18" charset="0"/>
            </a:endParaRPr>
          </a:p>
          <a:p>
            <a:pPr>
              <a:lnSpc>
                <a:spcPct val="150000"/>
              </a:lnSpc>
            </a:pPr>
            <a:r>
              <a:rPr lang="en-US" sz="900" dirty="0">
                <a:latin typeface="Times New Roman" panose="02020603050405020304" pitchFamily="18" charset="0"/>
                <a:cs typeface="Times New Roman" panose="02020603050405020304" pitchFamily="18" charset="0"/>
              </a:rPr>
              <a:t>Major Hackworth’s personal awards include the Combat Action Ribbon , Legion of Merit, Meritorious Service Medal,  Navy-Marine Corps Commendation Medal(</a:t>
            </a:r>
            <a:r>
              <a:rPr lang="en-US" sz="900" dirty="0" err="1">
                <a:latin typeface="Times New Roman" panose="02020603050405020304" pitchFamily="18" charset="0"/>
                <a:cs typeface="Times New Roman" panose="02020603050405020304" pitchFamily="18" charset="0"/>
              </a:rPr>
              <a:t>x3</a:t>
            </a:r>
            <a:r>
              <a:rPr lang="en-US" sz="900" dirty="0">
                <a:latin typeface="Times New Roman" panose="02020603050405020304" pitchFamily="18" charset="0"/>
                <a:cs typeface="Times New Roman" panose="02020603050405020304" pitchFamily="18" charset="0"/>
              </a:rPr>
              <a:t>) and the Navy-Marine Corps Achievement Medal(</a:t>
            </a:r>
            <a:r>
              <a:rPr lang="en-US" sz="900" dirty="0" err="1">
                <a:latin typeface="Times New Roman" panose="02020603050405020304" pitchFamily="18" charset="0"/>
                <a:cs typeface="Times New Roman" panose="02020603050405020304" pitchFamily="18" charset="0"/>
              </a:rPr>
              <a:t>x4</a:t>
            </a:r>
            <a:r>
              <a:rPr lang="en-US" sz="900" dirty="0">
                <a:latin typeface="Times New Roman" panose="02020603050405020304" pitchFamily="18" charset="0"/>
                <a:cs typeface="Times New Roman" panose="02020603050405020304" pitchFamily="18" charset="0"/>
              </a:rPr>
              <a:t>). </a:t>
            </a:r>
          </a:p>
          <a:p>
            <a:endParaRPr lang="en-US" sz="900" dirty="0">
              <a:latin typeface="Times New Roman" panose="02020603050405020304" pitchFamily="18" charset="0"/>
              <a:cs typeface="Times New Roman" panose="02020603050405020304" pitchFamily="18" charset="0"/>
            </a:endParaRPr>
          </a:p>
          <a:p>
            <a:pPr>
              <a:lnSpc>
                <a:spcPct val="150000"/>
              </a:lnSpc>
            </a:pPr>
            <a:r>
              <a:rPr lang="en-US" sz="900" dirty="0">
                <a:latin typeface="Times New Roman" panose="02020603050405020304" pitchFamily="18" charset="0"/>
                <a:cs typeface="Times New Roman" panose="02020603050405020304" pitchFamily="18" charset="0"/>
              </a:rPr>
              <a:t>Major Hackworth is married to the former Sherry </a:t>
            </a:r>
            <a:r>
              <a:rPr lang="en-US" sz="900" dirty="0" err="1">
                <a:latin typeface="Times New Roman" panose="02020603050405020304" pitchFamily="18" charset="0"/>
                <a:cs typeface="Times New Roman" panose="02020603050405020304" pitchFamily="18" charset="0"/>
              </a:rPr>
              <a:t>DeTurk</a:t>
            </a:r>
            <a:r>
              <a:rPr lang="en-US" sz="900" dirty="0">
                <a:latin typeface="Times New Roman" panose="02020603050405020304" pitchFamily="18" charset="0"/>
                <a:cs typeface="Times New Roman" panose="02020603050405020304" pitchFamily="18" charset="0"/>
              </a:rPr>
              <a:t> of Warsaw, IN. They reside in Hubert, NC with their children Kendall and </a:t>
            </a:r>
            <a:r>
              <a:rPr lang="en-US" sz="900" dirty="0" err="1">
                <a:latin typeface="Times New Roman" panose="02020603050405020304" pitchFamily="18" charset="0"/>
                <a:cs typeface="Times New Roman" panose="02020603050405020304" pitchFamily="18" charset="0"/>
              </a:rPr>
              <a:t>Gradyn</a:t>
            </a:r>
            <a:r>
              <a:rPr lang="en-US" sz="900" dirty="0">
                <a:latin typeface="Times New Roman" panose="02020603050405020304" pitchFamily="18" charset="0"/>
                <a:cs typeface="Times New Roman" panose="02020603050405020304" pitchFamily="18" charset="0"/>
              </a:rPr>
              <a:t>.</a:t>
            </a:r>
          </a:p>
        </p:txBody>
      </p:sp>
      <p:sp>
        <p:nvSpPr>
          <p:cNvPr id="8" name="TextBox 7">
            <a:extLst>
              <a:ext uri="{FF2B5EF4-FFF2-40B4-BE49-F238E27FC236}">
                <a16:creationId xmlns:a16="http://schemas.microsoft.com/office/drawing/2014/main" id="{359CA3AC-965C-4C02-7109-9C0D3E9B4187}"/>
              </a:ext>
            </a:extLst>
          </p:cNvPr>
          <p:cNvSpPr txBox="1"/>
          <p:nvPr/>
        </p:nvSpPr>
        <p:spPr>
          <a:xfrm>
            <a:off x="5360433" y="223141"/>
            <a:ext cx="4315934" cy="1227259"/>
          </a:xfrm>
          <a:prstGeom prst="rect">
            <a:avLst/>
          </a:prstGeom>
          <a:noFill/>
        </p:spPr>
        <p:txBody>
          <a:bodyPr wrap="square" rtlCol="0">
            <a:spAutoFit/>
          </a:bodyPr>
          <a:lstStyle/>
          <a:p>
            <a:pPr algn="ctr">
              <a:lnSpc>
                <a:spcPts val="3000"/>
              </a:lnSpc>
            </a:pPr>
            <a:r>
              <a:rPr lang="en-US" sz="2000" dirty="0">
                <a:latin typeface="Monotype Corsiva" panose="03010101010201010101" pitchFamily="66" charset="0"/>
              </a:rPr>
              <a:t>Retiring Officer</a:t>
            </a:r>
          </a:p>
          <a:p>
            <a:pPr algn="ctr">
              <a:lnSpc>
                <a:spcPts val="3000"/>
              </a:lnSpc>
            </a:pPr>
            <a:r>
              <a:rPr lang="en-US" sz="2000" dirty="0">
                <a:latin typeface="Monotype Corsiva" panose="03010101010201010101" pitchFamily="66" charset="0"/>
              </a:rPr>
              <a:t>Major Brandon D. Hackworth</a:t>
            </a:r>
          </a:p>
          <a:p>
            <a:pPr algn="ctr">
              <a:lnSpc>
                <a:spcPts val="3000"/>
              </a:lnSpc>
            </a:pPr>
            <a:r>
              <a:rPr lang="en-US" sz="2000" dirty="0">
                <a:latin typeface="Monotype Corsiva" panose="03010101010201010101" pitchFamily="66" charset="0"/>
              </a:rPr>
              <a:t>United States Marine Corps, Retired</a:t>
            </a:r>
          </a:p>
        </p:txBody>
      </p:sp>
    </p:spTree>
    <p:extLst>
      <p:ext uri="{BB962C8B-B14F-4D97-AF65-F5344CB8AC3E}">
        <p14:creationId xmlns:p14="http://schemas.microsoft.com/office/powerpoint/2010/main" val="3397935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5362153" y="1296548"/>
            <a:ext cx="4412244" cy="5761577"/>
          </a:xfrm>
          <a:prstGeom prst="rect">
            <a:avLst/>
          </a:prstGeom>
        </p:spPr>
        <p:txBody>
          <a:bodyPr wrap="square">
            <a:spAutoFit/>
          </a:bodyPr>
          <a:lstStyle/>
          <a:p>
            <a:pPr algn="ctr"/>
            <a:r>
              <a:rPr lang="en-US" sz="1200" dirty="0">
                <a:latin typeface="Bodoni MT" panose="02070603080606020203" pitchFamily="18" charset="0"/>
                <a:cs typeface="Monotype Corsiva"/>
              </a:rPr>
              <a:t>Almighty Father, </a:t>
            </a:r>
          </a:p>
          <a:p>
            <a:pPr algn="ctr"/>
            <a:r>
              <a:rPr lang="en-US" sz="1200" dirty="0">
                <a:latin typeface="Bodoni MT" panose="02070603080606020203" pitchFamily="18" charset="0"/>
                <a:cs typeface="Monotype Corsiva"/>
              </a:rPr>
              <a:t>whose command is over all </a:t>
            </a:r>
          </a:p>
          <a:p>
            <a:pPr algn="ctr"/>
            <a:r>
              <a:rPr lang="en-US" sz="1200" dirty="0">
                <a:latin typeface="Bodoni MT" panose="02070603080606020203" pitchFamily="18" charset="0"/>
                <a:cs typeface="Monotype Corsiva"/>
              </a:rPr>
              <a:t>and whose love never fails, </a:t>
            </a:r>
          </a:p>
          <a:p>
            <a:pPr algn="ctr"/>
            <a:r>
              <a:rPr lang="en-US" sz="1200" dirty="0">
                <a:latin typeface="Bodoni MT" panose="02070603080606020203" pitchFamily="18" charset="0"/>
                <a:cs typeface="Monotype Corsiva"/>
              </a:rPr>
              <a:t>make me aware of Thy presence</a:t>
            </a:r>
          </a:p>
          <a:p>
            <a:pPr algn="ctr"/>
            <a:r>
              <a:rPr lang="en-US" sz="1200" dirty="0">
                <a:latin typeface="Bodoni MT" panose="02070603080606020203" pitchFamily="18" charset="0"/>
                <a:cs typeface="Monotype Corsiva"/>
              </a:rPr>
              <a:t> and obedient to Thy will. </a:t>
            </a:r>
          </a:p>
          <a:p>
            <a:pPr algn="ctr">
              <a:lnSpc>
                <a:spcPct val="70000"/>
              </a:lnSpc>
            </a:pPr>
            <a:r>
              <a:rPr lang="en-US" sz="1200" dirty="0">
                <a:latin typeface="Bodoni MT" panose="02070603080606020203" pitchFamily="18" charset="0"/>
                <a:cs typeface="Monotype Corsiva"/>
              </a:rPr>
              <a:t> </a:t>
            </a:r>
          </a:p>
          <a:p>
            <a:pPr algn="ctr">
              <a:lnSpc>
                <a:spcPct val="70000"/>
              </a:lnSpc>
            </a:pPr>
            <a:r>
              <a:rPr lang="en-US" sz="1200" dirty="0">
                <a:latin typeface="Bodoni MT" panose="02070603080606020203" pitchFamily="18" charset="0"/>
                <a:cs typeface="Monotype Corsiva"/>
              </a:rPr>
              <a:t>Keep me true to my best self, </a:t>
            </a:r>
          </a:p>
          <a:p>
            <a:pPr algn="ctr"/>
            <a:r>
              <a:rPr lang="en-US" sz="1200" dirty="0">
                <a:latin typeface="Bodoni MT" panose="02070603080606020203" pitchFamily="18" charset="0"/>
                <a:cs typeface="Monotype Corsiva"/>
              </a:rPr>
              <a:t>guarding me against dishonesty in purpose and deed </a:t>
            </a:r>
          </a:p>
          <a:p>
            <a:pPr algn="ctr"/>
            <a:r>
              <a:rPr lang="en-US" sz="1200" dirty="0">
                <a:latin typeface="Bodoni MT" panose="02070603080606020203" pitchFamily="18" charset="0"/>
                <a:cs typeface="Monotype Corsiva"/>
              </a:rPr>
              <a:t>and helping me to live so that I can face my fellow Marines, </a:t>
            </a:r>
          </a:p>
          <a:p>
            <a:pPr algn="ctr"/>
            <a:r>
              <a:rPr lang="en-US" sz="1200" dirty="0">
                <a:latin typeface="Bodoni MT" panose="02070603080606020203" pitchFamily="18" charset="0"/>
                <a:cs typeface="Monotype Corsiva"/>
              </a:rPr>
              <a:t>my loved ones and Thee without shame or fear. </a:t>
            </a:r>
          </a:p>
          <a:p>
            <a:pPr algn="ctr"/>
            <a:r>
              <a:rPr lang="en-US" sz="1200" dirty="0">
                <a:latin typeface="Bodoni MT" panose="02070603080606020203" pitchFamily="18" charset="0"/>
                <a:cs typeface="Monotype Corsiva"/>
              </a:rPr>
              <a:t> Protect my family.  </a:t>
            </a:r>
          </a:p>
          <a:p>
            <a:pPr algn="ctr"/>
            <a:endParaRPr lang="en-US" sz="1200" dirty="0">
              <a:latin typeface="Bodoni MT" panose="02070603080606020203" pitchFamily="18" charset="0"/>
              <a:cs typeface="Monotype Corsiva"/>
            </a:endParaRPr>
          </a:p>
          <a:p>
            <a:pPr algn="ctr">
              <a:lnSpc>
                <a:spcPct val="70000"/>
              </a:lnSpc>
            </a:pPr>
            <a:r>
              <a:rPr lang="en-US" sz="1200" dirty="0">
                <a:latin typeface="Bodoni MT" panose="02070603080606020203" pitchFamily="18" charset="0"/>
                <a:cs typeface="Monotype Corsiva"/>
              </a:rPr>
              <a:t>Give me the will to do the work of a Marine</a:t>
            </a:r>
          </a:p>
          <a:p>
            <a:pPr algn="ctr"/>
            <a:r>
              <a:rPr lang="en-US" sz="1200" dirty="0">
                <a:latin typeface="Bodoni MT" panose="02070603080606020203" pitchFamily="18" charset="0"/>
                <a:cs typeface="Monotype Corsiva"/>
              </a:rPr>
              <a:t> and to accept my share of responsibilities </a:t>
            </a:r>
          </a:p>
          <a:p>
            <a:pPr algn="ctr"/>
            <a:r>
              <a:rPr lang="en-US" sz="1200" dirty="0">
                <a:latin typeface="Bodoni MT" panose="02070603080606020203" pitchFamily="18" charset="0"/>
                <a:cs typeface="Monotype Corsiva"/>
              </a:rPr>
              <a:t>with vigor and enthusiasm.  </a:t>
            </a:r>
          </a:p>
          <a:p>
            <a:pPr algn="ctr"/>
            <a:r>
              <a:rPr lang="en-US" sz="1200" dirty="0">
                <a:latin typeface="Bodoni MT" panose="02070603080606020203" pitchFamily="18" charset="0"/>
                <a:cs typeface="Monotype Corsiva"/>
              </a:rPr>
              <a:t>Grant me the courage to be proficient in my daily performance. </a:t>
            </a:r>
          </a:p>
          <a:p>
            <a:pPr algn="ctr">
              <a:lnSpc>
                <a:spcPct val="70000"/>
              </a:lnSpc>
            </a:pPr>
            <a:endParaRPr lang="en-US" sz="1200" dirty="0">
              <a:latin typeface="Bodoni MT" panose="02070603080606020203" pitchFamily="18" charset="0"/>
              <a:cs typeface="Monotype Corsiva"/>
            </a:endParaRPr>
          </a:p>
          <a:p>
            <a:pPr algn="ctr">
              <a:lnSpc>
                <a:spcPct val="70000"/>
              </a:lnSpc>
            </a:pPr>
            <a:r>
              <a:rPr lang="en-US" sz="1200" dirty="0">
                <a:latin typeface="Bodoni MT" panose="02070603080606020203" pitchFamily="18" charset="0"/>
                <a:cs typeface="Monotype Corsiva"/>
              </a:rPr>
              <a:t> Keep me loyal and faithful to my superiors </a:t>
            </a:r>
          </a:p>
          <a:p>
            <a:pPr algn="ctr"/>
            <a:r>
              <a:rPr lang="en-US" sz="1200" dirty="0">
                <a:latin typeface="Bodoni MT" panose="02070603080606020203" pitchFamily="18" charset="0"/>
                <a:cs typeface="Monotype Corsiva"/>
              </a:rPr>
              <a:t>and to the duties my country </a:t>
            </a:r>
          </a:p>
          <a:p>
            <a:pPr algn="ctr"/>
            <a:r>
              <a:rPr lang="en-US" sz="1200" dirty="0">
                <a:latin typeface="Bodoni MT" panose="02070603080606020203" pitchFamily="18" charset="0"/>
                <a:cs typeface="Monotype Corsiva"/>
              </a:rPr>
              <a:t>and the Marine Corps have entrusted to me.  </a:t>
            </a:r>
          </a:p>
          <a:p>
            <a:pPr algn="ctr"/>
            <a:endParaRPr lang="en-US" sz="1200" dirty="0">
              <a:latin typeface="Bodoni MT" panose="02070603080606020203" pitchFamily="18" charset="0"/>
              <a:cs typeface="Monotype Corsiva"/>
            </a:endParaRPr>
          </a:p>
          <a:p>
            <a:pPr algn="ctr"/>
            <a:r>
              <a:rPr lang="en-US" sz="1200" dirty="0">
                <a:latin typeface="Bodoni MT" panose="02070603080606020203" pitchFamily="18" charset="0"/>
                <a:cs typeface="Monotype Corsiva"/>
              </a:rPr>
              <a:t>Make me considerate of those committed to my leadership.  </a:t>
            </a:r>
          </a:p>
          <a:p>
            <a:pPr algn="ctr"/>
            <a:r>
              <a:rPr lang="en-US" sz="1200" dirty="0">
                <a:latin typeface="Bodoni MT" panose="02070603080606020203" pitchFamily="18" charset="0"/>
                <a:cs typeface="Monotype Corsiva"/>
              </a:rPr>
              <a:t>Help me to wear my uniform with dignity, and let it remind me daily, of the traditions which I must uphold.</a:t>
            </a:r>
          </a:p>
          <a:p>
            <a:pPr algn="ctr"/>
            <a:r>
              <a:rPr lang="en-US" sz="1200" dirty="0">
                <a:latin typeface="Bodoni MT" panose="02070603080606020203" pitchFamily="18" charset="0"/>
                <a:cs typeface="Monotype Corsiva"/>
              </a:rPr>
              <a:t> </a:t>
            </a:r>
          </a:p>
          <a:p>
            <a:pPr algn="ctr">
              <a:lnSpc>
                <a:spcPct val="70000"/>
              </a:lnSpc>
            </a:pPr>
            <a:r>
              <a:rPr lang="en-US" sz="1200" dirty="0">
                <a:latin typeface="Bodoni MT" panose="02070603080606020203" pitchFamily="18" charset="0"/>
                <a:cs typeface="Monotype Corsiva"/>
              </a:rPr>
              <a:t>If I am inclined to doubt, steady my faith; </a:t>
            </a:r>
          </a:p>
          <a:p>
            <a:pPr algn="ctr"/>
            <a:r>
              <a:rPr lang="en-US" sz="1200" dirty="0">
                <a:latin typeface="Bodoni MT" panose="02070603080606020203" pitchFamily="18" charset="0"/>
                <a:cs typeface="Monotype Corsiva"/>
              </a:rPr>
              <a:t>if I am tempted, make me strong to resist; </a:t>
            </a:r>
          </a:p>
          <a:p>
            <a:pPr algn="ctr"/>
            <a:r>
              <a:rPr lang="en-US" sz="1200" dirty="0">
                <a:latin typeface="Bodoni MT" panose="02070603080606020203" pitchFamily="18" charset="0"/>
                <a:cs typeface="Monotype Corsiva"/>
              </a:rPr>
              <a:t>if I should miss the mark, give me courage to try again. </a:t>
            </a:r>
          </a:p>
          <a:p>
            <a:pPr algn="ctr">
              <a:lnSpc>
                <a:spcPct val="70000"/>
              </a:lnSpc>
            </a:pPr>
            <a:endParaRPr lang="en-US" sz="1200" dirty="0">
              <a:latin typeface="Bodoni MT" panose="02070603080606020203" pitchFamily="18" charset="0"/>
              <a:cs typeface="Monotype Corsiva"/>
            </a:endParaRPr>
          </a:p>
          <a:p>
            <a:pPr algn="ctr">
              <a:lnSpc>
                <a:spcPct val="70000"/>
              </a:lnSpc>
            </a:pPr>
            <a:r>
              <a:rPr lang="en-US" sz="1200" dirty="0">
                <a:latin typeface="Bodoni MT" panose="02070603080606020203" pitchFamily="18" charset="0"/>
                <a:cs typeface="Monotype Corsiva"/>
              </a:rPr>
              <a:t>Guide me with the light of truth and grant me wisdom </a:t>
            </a:r>
          </a:p>
          <a:p>
            <a:pPr algn="ctr"/>
            <a:r>
              <a:rPr lang="en-US" sz="1200" dirty="0">
                <a:latin typeface="Bodoni MT" panose="02070603080606020203" pitchFamily="18" charset="0"/>
                <a:cs typeface="Monotype Corsiva"/>
              </a:rPr>
              <a:t>by which I may understand the answer to my prayer. </a:t>
            </a:r>
          </a:p>
          <a:p>
            <a:pPr algn="ctr"/>
            <a:endParaRPr lang="en-US" sz="1200" dirty="0">
              <a:latin typeface="Bodoni MT" panose="02070603080606020203" pitchFamily="18" charset="0"/>
              <a:cs typeface="Monotype Corsiva"/>
            </a:endParaRPr>
          </a:p>
          <a:p>
            <a:pPr algn="ctr"/>
            <a:r>
              <a:rPr lang="en-US" sz="1200" dirty="0">
                <a:latin typeface="Bodoni MT" panose="02070603080606020203" pitchFamily="18" charset="0"/>
                <a:cs typeface="Monotype Corsiva"/>
              </a:rPr>
              <a:t>Amen </a:t>
            </a:r>
          </a:p>
        </p:txBody>
      </p:sp>
      <p:sp>
        <p:nvSpPr>
          <p:cNvPr id="8" name="TextBox 7"/>
          <p:cNvSpPr txBox="1"/>
          <p:nvPr/>
        </p:nvSpPr>
        <p:spPr>
          <a:xfrm>
            <a:off x="5637999" y="305606"/>
            <a:ext cx="3789003" cy="707886"/>
          </a:xfrm>
          <a:prstGeom prst="rect">
            <a:avLst/>
          </a:prstGeom>
          <a:noFill/>
        </p:spPr>
        <p:txBody>
          <a:bodyPr wrap="square" rtlCol="0">
            <a:spAutoFit/>
          </a:bodyPr>
          <a:lstStyle/>
          <a:p>
            <a:pPr algn="ctr"/>
            <a:r>
              <a:rPr lang="en-US" sz="4000" u="sng" dirty="0">
                <a:latin typeface="Monotype Corsiva" panose="03010101010201010101" pitchFamily="66" charset="0"/>
                <a:cs typeface="Snell Roundhand"/>
              </a:rPr>
              <a:t>Marines’ Prayer</a:t>
            </a:r>
          </a:p>
        </p:txBody>
      </p:sp>
      <p:grpSp>
        <p:nvGrpSpPr>
          <p:cNvPr id="10" name="Group 9"/>
          <p:cNvGrpSpPr/>
          <p:nvPr/>
        </p:nvGrpSpPr>
        <p:grpSpPr>
          <a:xfrm>
            <a:off x="5226627" y="247032"/>
            <a:ext cx="4583547" cy="7281542"/>
            <a:chOff x="133350" y="135082"/>
            <a:chExt cx="9791702" cy="7505441"/>
          </a:xfrm>
        </p:grpSpPr>
        <p:sp>
          <p:nvSpPr>
            <p:cNvPr id="11" name="Plaque 10"/>
            <p:cNvSpPr/>
            <p:nvPr/>
          </p:nvSpPr>
          <p:spPr>
            <a:xfrm>
              <a:off x="133350" y="138287"/>
              <a:ext cx="9791702" cy="7502236"/>
            </a:xfrm>
            <a:prstGeom prst="plaque">
              <a:avLst>
                <a:gd name="adj" fmla="val 2529"/>
              </a:avLst>
            </a:prstGeom>
            <a:noFill/>
            <a:ln w="76200" cmpd="sng">
              <a:solidFill>
                <a:srgbClr val="FFFF0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Plaque 11"/>
            <p:cNvSpPr/>
            <p:nvPr/>
          </p:nvSpPr>
          <p:spPr>
            <a:xfrm>
              <a:off x="133350" y="135082"/>
              <a:ext cx="9791702" cy="7502236"/>
            </a:xfrm>
            <a:prstGeom prst="plaque">
              <a:avLst>
                <a:gd name="adj" fmla="val 2529"/>
              </a:avLst>
            </a:prstGeom>
            <a:noFill/>
            <a:ln w="76200" cmpd="thickThin">
              <a:solidFill>
                <a:srgbClr val="C0000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 name="Picture 1">
            <a:extLst>
              <a:ext uri="{FF2B5EF4-FFF2-40B4-BE49-F238E27FC236}">
                <a16:creationId xmlns:a16="http://schemas.microsoft.com/office/drawing/2014/main" id="{F80B9E69-2B11-1583-D650-2B1C97E71201}"/>
              </a:ext>
            </a:extLst>
          </p:cNvPr>
          <p:cNvPicPr>
            <a:picLocks noChangeAspect="1"/>
          </p:cNvPicPr>
          <p:nvPr/>
        </p:nvPicPr>
        <p:blipFill>
          <a:blip r:embed="rId2" cstate="print">
            <a:lum bright="70000" contrast="-70000"/>
            <a:alphaModFix amt="35000"/>
            <a:extLst>
              <a:ext uri="{28A0092B-C50C-407E-A947-70E740481C1C}">
                <a14:useLocalDpi xmlns:a14="http://schemas.microsoft.com/office/drawing/2010/main" val="0"/>
              </a:ext>
            </a:extLst>
          </a:blip>
          <a:stretch>
            <a:fillRect/>
          </a:stretch>
        </p:blipFill>
        <p:spPr>
          <a:xfrm>
            <a:off x="387471" y="1803574"/>
            <a:ext cx="4315934" cy="4747526"/>
          </a:xfrm>
          <a:prstGeom prst="rect">
            <a:avLst/>
          </a:prstGeom>
        </p:spPr>
      </p:pic>
      <p:grpSp>
        <p:nvGrpSpPr>
          <p:cNvPr id="4" name="Group 3">
            <a:extLst>
              <a:ext uri="{FF2B5EF4-FFF2-40B4-BE49-F238E27FC236}">
                <a16:creationId xmlns:a16="http://schemas.microsoft.com/office/drawing/2014/main" id="{829FD71A-AF65-C2F2-F761-D67A7922992B}"/>
              </a:ext>
            </a:extLst>
          </p:cNvPr>
          <p:cNvGrpSpPr/>
          <p:nvPr/>
        </p:nvGrpSpPr>
        <p:grpSpPr>
          <a:xfrm>
            <a:off x="215487" y="226250"/>
            <a:ext cx="4583547" cy="7281542"/>
            <a:chOff x="133350" y="135082"/>
            <a:chExt cx="9791702" cy="7505441"/>
          </a:xfrm>
        </p:grpSpPr>
        <p:sp>
          <p:nvSpPr>
            <p:cNvPr id="5" name="Plaque 4">
              <a:extLst>
                <a:ext uri="{FF2B5EF4-FFF2-40B4-BE49-F238E27FC236}">
                  <a16:creationId xmlns:a16="http://schemas.microsoft.com/office/drawing/2014/main" id="{BA1971BE-EBD2-0E44-BD43-BDD3BE8911EF}"/>
                </a:ext>
              </a:extLst>
            </p:cNvPr>
            <p:cNvSpPr/>
            <p:nvPr/>
          </p:nvSpPr>
          <p:spPr>
            <a:xfrm>
              <a:off x="133350" y="138287"/>
              <a:ext cx="9791702" cy="7502236"/>
            </a:xfrm>
            <a:prstGeom prst="plaque">
              <a:avLst>
                <a:gd name="adj" fmla="val 2529"/>
              </a:avLst>
            </a:prstGeom>
            <a:noFill/>
            <a:ln w="76200" cmpd="sng">
              <a:solidFill>
                <a:srgbClr val="FFFF0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Plaque 8">
              <a:extLst>
                <a:ext uri="{FF2B5EF4-FFF2-40B4-BE49-F238E27FC236}">
                  <a16:creationId xmlns:a16="http://schemas.microsoft.com/office/drawing/2014/main" id="{BEE20658-C511-5531-DE18-7A50043CE103}"/>
                </a:ext>
              </a:extLst>
            </p:cNvPr>
            <p:cNvSpPr/>
            <p:nvPr/>
          </p:nvSpPr>
          <p:spPr>
            <a:xfrm>
              <a:off x="133350" y="135082"/>
              <a:ext cx="9791702" cy="7502236"/>
            </a:xfrm>
            <a:prstGeom prst="plaque">
              <a:avLst>
                <a:gd name="adj" fmla="val 2529"/>
              </a:avLst>
            </a:prstGeom>
            <a:noFill/>
            <a:ln w="76200" cmpd="thickThin">
              <a:solidFill>
                <a:srgbClr val="C0000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3C41F782-C9F4-E366-4785-6E92D0E6C8A8}"/>
              </a:ext>
            </a:extLst>
          </p:cNvPr>
          <p:cNvSpPr txBox="1"/>
          <p:nvPr/>
        </p:nvSpPr>
        <p:spPr>
          <a:xfrm>
            <a:off x="248226" y="1296548"/>
            <a:ext cx="4550807" cy="6092181"/>
          </a:xfrm>
          <a:prstGeom prst="rect">
            <a:avLst/>
          </a:prstGeom>
          <a:noFill/>
        </p:spPr>
        <p:txBody>
          <a:bodyPr wrap="square" rtlCol="0">
            <a:spAutoFit/>
          </a:bodyPr>
          <a:lstStyle/>
          <a:p>
            <a:pPr>
              <a:lnSpc>
                <a:spcPct val="150000"/>
              </a:lnSpc>
            </a:pPr>
            <a:r>
              <a:rPr lang="en-US" sz="900" dirty="0">
                <a:latin typeface="Times New Roman" panose="02020603050405020304" pitchFamily="18" charset="0"/>
                <a:cs typeface="Times New Roman" panose="02020603050405020304" pitchFamily="18" charset="0"/>
              </a:rPr>
              <a:t>Major Brandon D. Hackworth of Warsaw, Indiana, joined the Marine Corps Delayed Entry Program in January 1998.  He graduated from Marine Recruit Depot in San Diego, California on 23 March 1998. In July 1998, after completing MCT, Private First Class Hackworth reported to Marine Corps Detachment, Aberdeen Proving Grounds, Maryland, for training as a Small Arms Repairman Military Occupational Specialty (MOS) 2111. </a:t>
            </a:r>
          </a:p>
          <a:p>
            <a:pPr>
              <a:lnSpc>
                <a:spcPct val="150000"/>
              </a:lnSpc>
            </a:pPr>
            <a:r>
              <a:rPr lang="en-US" sz="900" dirty="0">
                <a:latin typeface="Times New Roman" panose="02020603050405020304" pitchFamily="18" charset="0"/>
                <a:cs typeface="Times New Roman" panose="02020603050405020304" pitchFamily="18" charset="0"/>
              </a:rPr>
              <a:t>LCpl Hackworth reported to the Command Element, 26th MEU, in September 1998.  LCpl Hackworth completed two deployments with the 26th MEU as the armorer for the Command Element.  During this time, he participated in Operation Noble Anvil,  Operation Shining Hope, and Operation Joint Guardian.</a:t>
            </a:r>
          </a:p>
          <a:p>
            <a:pPr>
              <a:lnSpc>
                <a:spcPct val="150000"/>
              </a:lnSpc>
            </a:pPr>
            <a:r>
              <a:rPr lang="en-US" sz="900" dirty="0">
                <a:latin typeface="Times New Roman" panose="02020603050405020304" pitchFamily="18" charset="0"/>
                <a:cs typeface="Times New Roman" panose="02020603050405020304" pitchFamily="18" charset="0"/>
              </a:rPr>
              <a:t>In 2001, Sergeant Hackworth transferred to II MHG as the Armory Chief. In January 2004, Sergeant Hackworth reported to the School of Infantry-East for duties as a Combat Instructor at Marine Combat Training Battalion. While in Hotel Company, he would serve in the billets of Squad instructor and Platoon Instructor. He was promoted to Staff Sergeant in October 2004, and in April 2005, Staff Sergeant Hackworth was transferred to the Instructor Group, Marine Combat Training Battalion. He held the billets of Training &amp; Evaluations Chief and the MCMAP Instructor Chief during his time there. In addition, he lead the review of the battalion’s Program of Instruction to update and incorporate four new periods of instruction: Improvised Explosive Devices, Convoy Operation, Combat Marksmanship, and Guardian Angel.  He was meritoriously promoted to Gunnery Sergeant on 2 July 2006.  </a:t>
            </a:r>
          </a:p>
          <a:p>
            <a:pPr>
              <a:lnSpc>
                <a:spcPct val="150000"/>
              </a:lnSpc>
            </a:pPr>
            <a:r>
              <a:rPr lang="en-US" sz="900" dirty="0">
                <a:latin typeface="Times New Roman" panose="02020603050405020304" pitchFamily="18" charset="0"/>
                <a:cs typeface="Times New Roman" panose="02020603050405020304" pitchFamily="18" charset="0"/>
              </a:rPr>
              <a:t>In March 2007, Gunnery Sergeant Hackworth reported to </a:t>
            </a:r>
            <a:r>
              <a:rPr lang="en-US" sz="900" dirty="0" err="1">
                <a:latin typeface="Times New Roman" panose="02020603050405020304" pitchFamily="18" charset="0"/>
                <a:cs typeface="Times New Roman" panose="02020603050405020304" pitchFamily="18" charset="0"/>
              </a:rPr>
              <a:t>3d</a:t>
            </a:r>
            <a:r>
              <a:rPr lang="en-US" sz="900" dirty="0">
                <a:latin typeface="Times New Roman" panose="02020603050405020304" pitchFamily="18" charset="0"/>
                <a:cs typeface="Times New Roman" panose="02020603050405020304" pitchFamily="18" charset="0"/>
              </a:rPr>
              <a:t> Battalion, 2d Marine Regiment.  In October 2007, he deployed with the battalion to Iraq in support of Operation Iraqi Freedom. He held the billets of Armory Chief and the H&amp;S Company GySgt. While at 3d Bn 2d Mar Regiment, Gunnery Sergeant Hackworth was selected for the Warrant Officer Program. </a:t>
            </a:r>
          </a:p>
          <a:p>
            <a:pPr>
              <a:lnSpc>
                <a:spcPct val="150000"/>
              </a:lnSpc>
            </a:pPr>
            <a:r>
              <a:rPr lang="en-US" sz="900" dirty="0">
                <a:latin typeface="Times New Roman" panose="02020603050405020304" pitchFamily="18" charset="0"/>
                <a:cs typeface="Times New Roman" panose="02020603050405020304" pitchFamily="18" charset="0"/>
              </a:rPr>
              <a:t>After completing Warrant Officer Basic Course and Ordnance Officer Course, WO Hackworth reported to 2d Battalion 10th Marine Regiment in July 2009.  He held numerous billets throughout the battalion during his tenure.  During his 18 months as the Battalion S-4, he deployed the battalion to three Enhanced Mojave Viper Exercises in Twenty-Nine Palms, CA, and eight Exercise Rolling Thunders in Fort Bragg, NC.</a:t>
            </a:r>
          </a:p>
        </p:txBody>
      </p:sp>
      <p:sp>
        <p:nvSpPr>
          <p:cNvPr id="16" name="TextBox 15">
            <a:extLst>
              <a:ext uri="{FF2B5EF4-FFF2-40B4-BE49-F238E27FC236}">
                <a16:creationId xmlns:a16="http://schemas.microsoft.com/office/drawing/2014/main" id="{940D4472-631E-85C3-5842-2A522B539960}"/>
              </a:ext>
            </a:extLst>
          </p:cNvPr>
          <p:cNvSpPr txBox="1"/>
          <p:nvPr/>
        </p:nvSpPr>
        <p:spPr>
          <a:xfrm>
            <a:off x="349293" y="139434"/>
            <a:ext cx="4315934" cy="1227259"/>
          </a:xfrm>
          <a:prstGeom prst="rect">
            <a:avLst/>
          </a:prstGeom>
          <a:noFill/>
        </p:spPr>
        <p:txBody>
          <a:bodyPr wrap="square" rtlCol="0">
            <a:spAutoFit/>
          </a:bodyPr>
          <a:lstStyle/>
          <a:p>
            <a:pPr algn="ctr">
              <a:lnSpc>
                <a:spcPts val="3000"/>
              </a:lnSpc>
            </a:pPr>
            <a:r>
              <a:rPr lang="en-US" sz="2000" dirty="0">
                <a:latin typeface="Monotype Corsiva" panose="03010101010201010101" pitchFamily="66" charset="0"/>
              </a:rPr>
              <a:t>Retiring Officer</a:t>
            </a:r>
          </a:p>
          <a:p>
            <a:pPr algn="ctr">
              <a:lnSpc>
                <a:spcPts val="3000"/>
              </a:lnSpc>
            </a:pPr>
            <a:r>
              <a:rPr lang="en-US" sz="2000" dirty="0">
                <a:latin typeface="Monotype Corsiva" panose="03010101010201010101" pitchFamily="66" charset="0"/>
              </a:rPr>
              <a:t>Major Brandon D. Hackworth</a:t>
            </a:r>
          </a:p>
          <a:p>
            <a:pPr algn="ctr">
              <a:lnSpc>
                <a:spcPts val="3000"/>
              </a:lnSpc>
            </a:pPr>
            <a:r>
              <a:rPr lang="en-US" sz="2000" dirty="0">
                <a:latin typeface="Monotype Corsiva" panose="03010101010201010101" pitchFamily="66" charset="0"/>
              </a:rPr>
              <a:t>United States Marine Corps, Retired</a:t>
            </a:r>
          </a:p>
        </p:txBody>
      </p:sp>
      <p:pic>
        <p:nvPicPr>
          <p:cNvPr id="17" name="Picture 16" descr="A black and white logo&#10;&#10;Description automatically generated with low confidence">
            <a:extLst>
              <a:ext uri="{FF2B5EF4-FFF2-40B4-BE49-F238E27FC236}">
                <a16:creationId xmlns:a16="http://schemas.microsoft.com/office/drawing/2014/main" id="{5B538CC8-C4D0-77F9-C06A-A71C7CD63455}"/>
              </a:ext>
            </a:extLst>
          </p:cNvPr>
          <p:cNvPicPr>
            <a:picLocks noChangeAspect="1"/>
          </p:cNvPicPr>
          <p:nvPr/>
        </p:nvPicPr>
        <p:blipFill>
          <a:blip r:embed="rId3">
            <a:alphaModFix amt="10000"/>
            <a:extLst>
              <a:ext uri="{28A0092B-C50C-407E-A947-70E740481C1C}">
                <a14:useLocalDpi xmlns:a14="http://schemas.microsoft.com/office/drawing/2010/main" val="0"/>
              </a:ext>
            </a:extLst>
          </a:blip>
          <a:stretch>
            <a:fillRect/>
          </a:stretch>
        </p:blipFill>
        <p:spPr>
          <a:xfrm>
            <a:off x="5366205" y="1648336"/>
            <a:ext cx="4408192" cy="4672278"/>
          </a:xfrm>
          <a:prstGeom prst="rect">
            <a:avLst/>
          </a:prstGeom>
        </p:spPr>
      </p:pic>
    </p:spTree>
    <p:extLst>
      <p:ext uri="{BB962C8B-B14F-4D97-AF65-F5344CB8AC3E}">
        <p14:creationId xmlns:p14="http://schemas.microsoft.com/office/powerpoint/2010/main" val="1320652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lum bright="70000" contrast="-70000"/>
            <a:alphaModFix amt="35000"/>
            <a:extLst>
              <a:ext uri="{28A0092B-C50C-407E-A947-70E740481C1C}">
                <a14:useLocalDpi xmlns:a14="http://schemas.microsoft.com/office/drawing/2010/main" val="0"/>
              </a:ext>
            </a:extLst>
          </a:blip>
          <a:stretch>
            <a:fillRect/>
          </a:stretch>
        </p:blipFill>
        <p:spPr>
          <a:xfrm>
            <a:off x="387471" y="1803574"/>
            <a:ext cx="4315934" cy="4747526"/>
          </a:xfrm>
          <a:prstGeom prst="rect">
            <a:avLst/>
          </a:prstGeom>
          <a:effectLst>
            <a:outerShdw blurRad="50800" dist="50800" dir="5400000" algn="ctr" rotWithShape="0">
              <a:srgbClr val="000000">
                <a:alpha val="0"/>
              </a:srgbClr>
            </a:outerShdw>
          </a:effectLst>
        </p:spPr>
      </p:pic>
      <p:pic>
        <p:nvPicPr>
          <p:cNvPr id="2" name="Picture 1">
            <a:extLst>
              <a:ext uri="{FF2B5EF4-FFF2-40B4-BE49-F238E27FC236}">
                <a16:creationId xmlns:a16="http://schemas.microsoft.com/office/drawing/2014/main" id="{C29FDAD9-94C3-EA7A-FD2E-ED2F152AB08A}"/>
              </a:ext>
            </a:extLst>
          </p:cNvPr>
          <p:cNvPicPr>
            <a:picLocks noChangeAspect="1"/>
          </p:cNvPicPr>
          <p:nvPr/>
        </p:nvPicPr>
        <p:blipFill>
          <a:blip r:embed="rId2" cstate="print">
            <a:lum bright="70000" contrast="-70000"/>
            <a:alphaModFix amt="35000"/>
            <a:extLst>
              <a:ext uri="{28A0092B-C50C-407E-A947-70E740481C1C}">
                <a14:useLocalDpi xmlns:a14="http://schemas.microsoft.com/office/drawing/2010/main" val="0"/>
              </a:ext>
            </a:extLst>
          </a:blip>
          <a:stretch>
            <a:fillRect/>
          </a:stretch>
        </p:blipFill>
        <p:spPr>
          <a:xfrm>
            <a:off x="5360433" y="1791344"/>
            <a:ext cx="4315934" cy="4747526"/>
          </a:xfrm>
          <a:prstGeom prst="rect">
            <a:avLst/>
          </a:prstGeom>
          <a:effectLst>
            <a:outerShdw blurRad="50800" dist="50800" dir="5400000" algn="ctr" rotWithShape="0">
              <a:srgbClr val="000000">
                <a:alpha val="0"/>
              </a:srgbClr>
            </a:outerShdw>
          </a:effectLst>
        </p:spPr>
      </p:pic>
      <p:grpSp>
        <p:nvGrpSpPr>
          <p:cNvPr id="14" name="Group 13"/>
          <p:cNvGrpSpPr/>
          <p:nvPr/>
        </p:nvGrpSpPr>
        <p:grpSpPr>
          <a:xfrm>
            <a:off x="215487" y="226250"/>
            <a:ext cx="4583547" cy="7281542"/>
            <a:chOff x="133350" y="135082"/>
            <a:chExt cx="9791702" cy="7505441"/>
          </a:xfrm>
        </p:grpSpPr>
        <p:sp>
          <p:nvSpPr>
            <p:cNvPr id="15" name="Plaque 14"/>
            <p:cNvSpPr/>
            <p:nvPr/>
          </p:nvSpPr>
          <p:spPr>
            <a:xfrm>
              <a:off x="133350" y="138287"/>
              <a:ext cx="9791702" cy="7502236"/>
            </a:xfrm>
            <a:prstGeom prst="plaque">
              <a:avLst>
                <a:gd name="adj" fmla="val 2529"/>
              </a:avLst>
            </a:prstGeom>
            <a:noFill/>
            <a:ln w="76200" cmpd="sng">
              <a:solidFill>
                <a:srgbClr val="FFFF0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Plaque 15"/>
            <p:cNvSpPr/>
            <p:nvPr/>
          </p:nvSpPr>
          <p:spPr>
            <a:xfrm>
              <a:off x="133350" y="135082"/>
              <a:ext cx="9791702" cy="7502236"/>
            </a:xfrm>
            <a:prstGeom prst="plaque">
              <a:avLst>
                <a:gd name="adj" fmla="val 2529"/>
              </a:avLst>
            </a:prstGeom>
            <a:noFill/>
            <a:ln w="76200" cmpd="thickThin">
              <a:solidFill>
                <a:srgbClr val="C0000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1" name="Rectangle 2">
            <a:extLst>
              <a:ext uri="{FF2B5EF4-FFF2-40B4-BE49-F238E27FC236}">
                <a16:creationId xmlns:a16="http://schemas.microsoft.com/office/drawing/2014/main" id="{7EFA6FD3-A6BC-3FDC-7A81-E4F6B87F3884}"/>
              </a:ext>
            </a:extLst>
          </p:cNvPr>
          <p:cNvSpPr>
            <a:spLocks noChangeArrowheads="1"/>
          </p:cNvSpPr>
          <p:nvPr/>
        </p:nvSpPr>
        <p:spPr bwMode="auto">
          <a:xfrm>
            <a:off x="0" y="0"/>
            <a:ext cx="1005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4" name="Group 3">
            <a:extLst>
              <a:ext uri="{FF2B5EF4-FFF2-40B4-BE49-F238E27FC236}">
                <a16:creationId xmlns:a16="http://schemas.microsoft.com/office/drawing/2014/main" id="{1A4BF9FB-E5C4-A1F2-3635-1D00FE948B0C}"/>
              </a:ext>
            </a:extLst>
          </p:cNvPr>
          <p:cNvGrpSpPr/>
          <p:nvPr/>
        </p:nvGrpSpPr>
        <p:grpSpPr>
          <a:xfrm>
            <a:off x="5226627" y="207188"/>
            <a:ext cx="4583547" cy="7281542"/>
            <a:chOff x="133350" y="135082"/>
            <a:chExt cx="9791702" cy="7505441"/>
          </a:xfrm>
        </p:grpSpPr>
        <p:sp>
          <p:nvSpPr>
            <p:cNvPr id="6" name="Plaque 5">
              <a:extLst>
                <a:ext uri="{FF2B5EF4-FFF2-40B4-BE49-F238E27FC236}">
                  <a16:creationId xmlns:a16="http://schemas.microsoft.com/office/drawing/2014/main" id="{A0EE5AF4-5912-42B4-C78C-F33B5D42C9D5}"/>
                </a:ext>
              </a:extLst>
            </p:cNvPr>
            <p:cNvSpPr/>
            <p:nvPr/>
          </p:nvSpPr>
          <p:spPr>
            <a:xfrm>
              <a:off x="133350" y="138287"/>
              <a:ext cx="9791702" cy="7502236"/>
            </a:xfrm>
            <a:prstGeom prst="plaque">
              <a:avLst>
                <a:gd name="adj" fmla="val 2529"/>
              </a:avLst>
            </a:prstGeom>
            <a:noFill/>
            <a:ln w="76200" cmpd="sng">
              <a:solidFill>
                <a:srgbClr val="FFFF0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Plaque 6">
              <a:extLst>
                <a:ext uri="{FF2B5EF4-FFF2-40B4-BE49-F238E27FC236}">
                  <a16:creationId xmlns:a16="http://schemas.microsoft.com/office/drawing/2014/main" id="{9B33D4EB-EAD6-308C-3CBC-3CC24458BF13}"/>
                </a:ext>
              </a:extLst>
            </p:cNvPr>
            <p:cNvSpPr/>
            <p:nvPr/>
          </p:nvSpPr>
          <p:spPr>
            <a:xfrm>
              <a:off x="133350" y="135082"/>
              <a:ext cx="9791702" cy="7502236"/>
            </a:xfrm>
            <a:prstGeom prst="plaque">
              <a:avLst>
                <a:gd name="adj" fmla="val 2529"/>
              </a:avLst>
            </a:prstGeom>
            <a:noFill/>
            <a:ln w="76200" cmpd="thickThin">
              <a:solidFill>
                <a:srgbClr val="C0000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8" name="TextBox 7">
            <a:extLst>
              <a:ext uri="{FF2B5EF4-FFF2-40B4-BE49-F238E27FC236}">
                <a16:creationId xmlns:a16="http://schemas.microsoft.com/office/drawing/2014/main" id="{86AE3882-45A5-7668-2954-8FC81C14452B}"/>
              </a:ext>
            </a:extLst>
          </p:cNvPr>
          <p:cNvSpPr txBox="1"/>
          <p:nvPr/>
        </p:nvSpPr>
        <p:spPr>
          <a:xfrm>
            <a:off x="323640" y="1135504"/>
            <a:ext cx="4474707" cy="6715428"/>
          </a:xfrm>
          <a:prstGeom prst="rect">
            <a:avLst/>
          </a:prstGeom>
          <a:noFill/>
        </p:spPr>
        <p:txBody>
          <a:bodyPr wrap="square">
            <a:spAutoFit/>
          </a:bodyPr>
          <a:lstStyle/>
          <a:p>
            <a:pPr>
              <a:lnSpc>
                <a:spcPct val="150000"/>
              </a:lnSpc>
            </a:pPr>
            <a:r>
              <a:rPr lang="en-US" sz="900" dirty="0">
                <a:latin typeface="Times New Roman" panose="02020603050405020304" pitchFamily="18" charset="0"/>
                <a:cs typeface="Times New Roman" panose="02020603050405020304" pitchFamily="18" charset="0"/>
              </a:rPr>
              <a:t>Master Gunnery Sergeant Loza of Los Angeles, California, joined the Delayed Entry Program on 17 February 1999. He graduated from Marine Corps Recruit Depot in San Diego, California on 12 November 1999 and  upon completion of MCT in December of 1999, Private Loza reported to Aberdeen Proving Grounds, Maryland for training in Small Arms Repair MOS (2111), where he was promoted to Private First Class.  Following Small Arms Repair School, Private First Class Loza was assigned to Headquarters and Service Company Headquarters Battalion, Camp Pendleton, California to serve as a battalion armorer.  During his time there, he was promoted to Corporal in February 2002 and then to Sergeant in February 2003, he deployed with HQBN in February of that year in support of Operation Iraqi Freedom. He served as the JUMP armorer, Embark, Safety Rep, and Logistics Coordinator while assigned to the S-4. He returned from deployment in June 2003 and received orders to 2nd Bn 3rd Marines in Kaneohe Bay, Hawaii.</a:t>
            </a:r>
          </a:p>
          <a:p>
            <a:endParaRPr lang="en-US" sz="900" dirty="0">
              <a:latin typeface="Times New Roman" panose="02020603050405020304" pitchFamily="18" charset="0"/>
              <a:cs typeface="Times New Roman" panose="02020603050405020304" pitchFamily="18" charset="0"/>
            </a:endParaRPr>
          </a:p>
          <a:p>
            <a:pPr>
              <a:lnSpc>
                <a:spcPct val="150000"/>
              </a:lnSpc>
            </a:pPr>
            <a:r>
              <a:rPr lang="en-US" sz="900" dirty="0">
                <a:latin typeface="Times New Roman" panose="02020603050405020304" pitchFamily="18" charset="0"/>
                <a:cs typeface="Times New Roman" panose="02020603050405020304" pitchFamily="18" charset="0"/>
              </a:rPr>
              <a:t>Upon arriving in December 2003, Sergeant Loza was assigned as the Armory NCOIC and took part in the workup with the 31st MEU and 2/3. He participated in Cobra Gold and Foal Eagle. Upon returning from the MEU, Sergeant Loza was redeployed to Afghanistan with 2/3 in support of Operation Enduring Freedom. Sergeant Loza served as the Operational Support Team (OST) Plt Sgt and Echo Company Armorer. Upon returning in July 2007, Sergeant Loza received orders to CSSG-3 where he served as the Armory Chief. While serving at </a:t>
            </a:r>
            <a:r>
              <a:rPr lang="en-US" sz="900" dirty="0" err="1">
                <a:latin typeface="Times New Roman" panose="02020603050405020304" pitchFamily="18" charset="0"/>
                <a:cs typeface="Times New Roman" panose="02020603050405020304" pitchFamily="18" charset="0"/>
              </a:rPr>
              <a:t>CSSG</a:t>
            </a:r>
            <a:r>
              <a:rPr lang="en-US" sz="900" dirty="0">
                <a:latin typeface="Times New Roman" panose="02020603050405020304" pitchFamily="18" charset="0"/>
                <a:cs typeface="Times New Roman" panose="02020603050405020304" pitchFamily="18" charset="0"/>
              </a:rPr>
              <a:t>-3, Sergeant Loza was assigned to deploy with CLB-4 in support of Operation Enduring Freedom to Al-Asaad Iraq. During the tour, he was promoted to Staff Sergeant in December 2007 and served as the Armory SNCOIC for the remainder of the deployment. Upon returning in June 2008, Staff Sergeant Loza attended the Staff  Academy and received orders to the Basic Recruiter School in San Diego, Ca.</a:t>
            </a:r>
          </a:p>
          <a:p>
            <a:endParaRPr lang="en-US" sz="900" dirty="0">
              <a:latin typeface="Times New Roman" panose="02020603050405020304" pitchFamily="18" charset="0"/>
              <a:cs typeface="Times New Roman" panose="02020603050405020304" pitchFamily="18" charset="0"/>
            </a:endParaRPr>
          </a:p>
          <a:p>
            <a:pPr>
              <a:lnSpc>
                <a:spcPct val="150000"/>
              </a:lnSpc>
            </a:pPr>
            <a:r>
              <a:rPr lang="en-US" sz="900" dirty="0">
                <a:latin typeface="Times New Roman" panose="02020603050405020304" pitchFamily="18" charset="0"/>
                <a:cs typeface="Times New Roman" panose="02020603050405020304" pitchFamily="18" charset="0"/>
              </a:rPr>
              <a:t>In September 2008, Staff Sergeant Loza received orders to Recruiting Station (RS) San Diego RSS Victorville, California where he served as a canvassing recruiter for 9 months until being promoted to SNCOIC and becoming a station commander for RSS Victorville. During his time there, he was meritoriously promoted to Gunnery Sergeant on 2 Jan 2011. </a:t>
            </a:r>
          </a:p>
          <a:p>
            <a:pPr>
              <a:lnSpc>
                <a:spcPct val="150000"/>
              </a:lnSpc>
            </a:pPr>
            <a:endParaRPr lang="en-US" sz="900" dirty="0">
              <a:latin typeface="Times New Roman" panose="02020603050405020304" pitchFamily="18" charset="0"/>
              <a:cs typeface="Times New Roman" panose="02020603050405020304" pitchFamily="18" charset="0"/>
            </a:endParaRPr>
          </a:p>
          <a:p>
            <a:pPr>
              <a:lnSpc>
                <a:spcPct val="150000"/>
              </a:lnSpc>
            </a:pPr>
            <a:endParaRPr lang="en-US" sz="900" dirty="0">
              <a:latin typeface="Times New Roman" panose="02020603050405020304" pitchFamily="18" charset="0"/>
              <a:cs typeface="Times New Roman" panose="02020603050405020304" pitchFamily="18" charset="0"/>
            </a:endParaRPr>
          </a:p>
          <a:p>
            <a:pPr>
              <a:lnSpc>
                <a:spcPct val="150000"/>
              </a:lnSpc>
            </a:pPr>
            <a:endParaRPr lang="en-US" sz="9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C6871F1-4C28-262A-0E1A-6CC17573ECBA}"/>
              </a:ext>
            </a:extLst>
          </p:cNvPr>
          <p:cNvSpPr txBox="1"/>
          <p:nvPr/>
        </p:nvSpPr>
        <p:spPr>
          <a:xfrm>
            <a:off x="5330965" y="1135504"/>
            <a:ext cx="4383627" cy="6369179"/>
          </a:xfrm>
          <a:prstGeom prst="rect">
            <a:avLst/>
          </a:prstGeom>
          <a:noFill/>
        </p:spPr>
        <p:txBody>
          <a:bodyPr wrap="square">
            <a:spAutoFit/>
          </a:bodyPr>
          <a:lstStyle/>
          <a:p>
            <a:pPr>
              <a:lnSpc>
                <a:spcPct val="150000"/>
              </a:lnSpc>
            </a:pPr>
            <a:r>
              <a:rPr lang="en-US" sz="900" dirty="0">
                <a:latin typeface="Times New Roman" panose="02020603050405020304" pitchFamily="18" charset="0"/>
                <a:cs typeface="Times New Roman" panose="02020603050405020304" pitchFamily="18" charset="0"/>
              </a:rPr>
              <a:t>He subsequently received orders to 1st Light Armorer Reconnaissance Battalion in October 2011 where he served as Battalion Armory Chief. During this time, he received orders again to MCLC (FWD). During the deployment, he was responsible for ensuring equipment was accounted for and packaged IAW MCO for safe return to LOGCOM R4OG. Upon completion of the deployment, Gunnery Sergeant Loza received orders to the G-4 at 3rd Marine Air Wing to serve as the Echo TAMCN Commodity manager upon checking-in in February of  2015.</a:t>
            </a:r>
          </a:p>
          <a:p>
            <a:endParaRPr lang="en-US" sz="900" dirty="0">
              <a:latin typeface="Times New Roman" panose="02020603050405020304" pitchFamily="18" charset="0"/>
              <a:cs typeface="Times New Roman" panose="02020603050405020304" pitchFamily="18" charset="0"/>
            </a:endParaRPr>
          </a:p>
          <a:p>
            <a:pPr>
              <a:lnSpc>
                <a:spcPct val="150000"/>
              </a:lnSpc>
            </a:pPr>
            <a:r>
              <a:rPr lang="en-US" sz="900" dirty="0">
                <a:latin typeface="Times New Roman" panose="02020603050405020304" pitchFamily="18" charset="0"/>
                <a:cs typeface="Times New Roman" panose="02020603050405020304" pitchFamily="18" charset="0"/>
              </a:rPr>
              <a:t>As the Senior Ground Ordnance Marine, Gunnery Sergeant Loza conducted Logistic Readiness Inspections (LRE) across the Area of Responsibility as well as assisted the CGIR team when requested to augment those inspections. Gunnery Sergeant Loza served in this role for 3 years until being selected to the rank of Master Sergeant and received his current MOS of 2181. Upon being promoted, he received orders to the School Of Infantry-West to serve as the armory Chief for the school. Master Sergeant Loza served in this role for 3 years until receiving orders to the Logistics Modernization Team (FSMAO-West) aboard Camp Pendleton. Master Sergeant Loza reported in May 2019 and served as Team 2 Ordnance Analyst, for a duration of one year. During his time there, he was selected to his current rank of Master Gunnery Sergeant and received orders to 2d Maintenance Battalion. Master Gunnery Sergeant Loza is pleased to say that OMC is the best company of all the MLG and it was a pleasure to work with the SNCOs and leadership there (most of the time).</a:t>
            </a:r>
          </a:p>
          <a:p>
            <a:endParaRPr lang="en-US" sz="900" dirty="0">
              <a:latin typeface="Times New Roman" panose="02020603050405020304" pitchFamily="18" charset="0"/>
              <a:cs typeface="Times New Roman" panose="02020603050405020304" pitchFamily="18" charset="0"/>
            </a:endParaRPr>
          </a:p>
          <a:p>
            <a:pPr>
              <a:lnSpc>
                <a:spcPct val="150000"/>
              </a:lnSpc>
            </a:pPr>
            <a:r>
              <a:rPr lang="en-US" sz="900" dirty="0">
                <a:latin typeface="Times New Roman" panose="02020603050405020304" pitchFamily="18" charset="0"/>
                <a:cs typeface="Times New Roman" panose="02020603050405020304" pitchFamily="18" charset="0"/>
              </a:rPr>
              <a:t>Master Gunnery Sergeant Loza’s personal awards include the Navy-Marine Corps Commendations (</a:t>
            </a:r>
            <a:r>
              <a:rPr lang="en-US" sz="900" dirty="0" err="1">
                <a:latin typeface="Times New Roman" panose="02020603050405020304" pitchFamily="18" charset="0"/>
                <a:cs typeface="Times New Roman" panose="02020603050405020304" pitchFamily="18" charset="0"/>
              </a:rPr>
              <a:t>x3</a:t>
            </a:r>
            <a:r>
              <a:rPr lang="en-US" sz="900" dirty="0">
                <a:latin typeface="Times New Roman" panose="02020603050405020304" pitchFamily="18" charset="0"/>
                <a:cs typeface="Times New Roman" panose="02020603050405020304" pitchFamily="18" charset="0"/>
              </a:rPr>
              <a:t>), Navy and Marine Corps Achievement Medal (</a:t>
            </a:r>
            <a:r>
              <a:rPr lang="en-US" sz="900" dirty="0" err="1">
                <a:latin typeface="Times New Roman" panose="02020603050405020304" pitchFamily="18" charset="0"/>
                <a:cs typeface="Times New Roman" panose="02020603050405020304" pitchFamily="18" charset="0"/>
              </a:rPr>
              <a:t>x2</a:t>
            </a:r>
            <a:r>
              <a:rPr lang="en-US" sz="900" dirty="0">
                <a:latin typeface="Times New Roman" panose="02020603050405020304" pitchFamily="18" charset="0"/>
                <a:cs typeface="Times New Roman" panose="02020603050405020304" pitchFamily="18" charset="0"/>
              </a:rPr>
              <a:t>), and the Marine Corps Recruiting Ribbon,</a:t>
            </a:r>
          </a:p>
          <a:p>
            <a:endParaRPr lang="en-US" sz="900" dirty="0">
              <a:latin typeface="Times New Roman" panose="02020603050405020304" pitchFamily="18" charset="0"/>
              <a:cs typeface="Times New Roman" panose="02020603050405020304" pitchFamily="18" charset="0"/>
            </a:endParaRPr>
          </a:p>
          <a:p>
            <a:pPr>
              <a:lnSpc>
                <a:spcPct val="150000"/>
              </a:lnSpc>
            </a:pPr>
            <a:r>
              <a:rPr lang="en-US" sz="900" dirty="0">
                <a:latin typeface="Times New Roman" panose="02020603050405020304" pitchFamily="18" charset="0"/>
                <a:cs typeface="Times New Roman" panose="02020603050405020304" pitchFamily="18" charset="0"/>
              </a:rPr>
              <a:t>Master Gunnery Sergeant Loza is married to the former Ms. Maria M Hernandez who is an active-duty Senior Chief in the U.S. Navy, and they have two kids, Isabell who is 19 years old and a junior Sailor in the Navy, and Andres Loza who is 10 years old and rocks a man bun.  They currently reside in Jacksonville, NC, but are looking forward to retiring to Sparks, Nevada.</a:t>
            </a:r>
          </a:p>
        </p:txBody>
      </p:sp>
      <p:sp>
        <p:nvSpPr>
          <p:cNvPr id="13" name="TextBox 12">
            <a:extLst>
              <a:ext uri="{FF2B5EF4-FFF2-40B4-BE49-F238E27FC236}">
                <a16:creationId xmlns:a16="http://schemas.microsoft.com/office/drawing/2014/main" id="{873D5AAE-DC71-9933-B15C-AD7EA83209F7}"/>
              </a:ext>
            </a:extLst>
          </p:cNvPr>
          <p:cNvSpPr txBox="1"/>
          <p:nvPr/>
        </p:nvSpPr>
        <p:spPr>
          <a:xfrm>
            <a:off x="387471" y="204078"/>
            <a:ext cx="4223440" cy="1015663"/>
          </a:xfrm>
          <a:prstGeom prst="rect">
            <a:avLst/>
          </a:prstGeom>
          <a:noFill/>
        </p:spPr>
        <p:txBody>
          <a:bodyPr wrap="square" rtlCol="0">
            <a:spAutoFit/>
          </a:bodyPr>
          <a:lstStyle/>
          <a:p>
            <a:pPr algn="ctr"/>
            <a:r>
              <a:rPr lang="en-US" sz="2000" dirty="0">
                <a:latin typeface="Monotype Corsiva" panose="03010101010201010101" pitchFamily="66" charset="0"/>
                <a:cs typeface="Snell Roundhand"/>
              </a:rPr>
              <a:t>Master Gunnery Sergeant</a:t>
            </a:r>
          </a:p>
          <a:p>
            <a:pPr algn="ctr"/>
            <a:r>
              <a:rPr lang="en-US" sz="2000" dirty="0">
                <a:latin typeface="Monotype Corsiva" panose="03010101010201010101" pitchFamily="66" charset="0"/>
                <a:cs typeface="Snell Roundhand"/>
              </a:rPr>
              <a:t>Eberardo “Lalo” Loza</a:t>
            </a:r>
          </a:p>
          <a:p>
            <a:pPr algn="ctr"/>
            <a:r>
              <a:rPr lang="en-US" sz="2000" dirty="0">
                <a:latin typeface="Monotype Corsiva" panose="03010101010201010101" pitchFamily="66" charset="0"/>
                <a:cs typeface="Snell Roundhand"/>
              </a:rPr>
              <a:t>United States Marine Corps</a:t>
            </a:r>
          </a:p>
        </p:txBody>
      </p:sp>
      <p:sp>
        <p:nvSpPr>
          <p:cNvPr id="23" name="TextBox 22">
            <a:extLst>
              <a:ext uri="{FF2B5EF4-FFF2-40B4-BE49-F238E27FC236}">
                <a16:creationId xmlns:a16="http://schemas.microsoft.com/office/drawing/2014/main" id="{F631194F-9815-B0F4-B31E-FD3638B4D6B4}"/>
              </a:ext>
            </a:extLst>
          </p:cNvPr>
          <p:cNvSpPr txBox="1"/>
          <p:nvPr/>
        </p:nvSpPr>
        <p:spPr>
          <a:xfrm>
            <a:off x="5406680" y="204079"/>
            <a:ext cx="4223440" cy="1015663"/>
          </a:xfrm>
          <a:prstGeom prst="rect">
            <a:avLst/>
          </a:prstGeom>
          <a:noFill/>
        </p:spPr>
        <p:txBody>
          <a:bodyPr wrap="square" rtlCol="0">
            <a:spAutoFit/>
          </a:bodyPr>
          <a:lstStyle/>
          <a:p>
            <a:pPr algn="ctr"/>
            <a:r>
              <a:rPr lang="en-US" sz="2000" dirty="0">
                <a:latin typeface="Monotype Corsiva" panose="03010101010201010101" pitchFamily="66" charset="0"/>
                <a:cs typeface="Snell Roundhand"/>
              </a:rPr>
              <a:t>Master Gunnery Sergeant</a:t>
            </a:r>
          </a:p>
          <a:p>
            <a:pPr algn="ctr"/>
            <a:r>
              <a:rPr lang="en-US" sz="2000" dirty="0">
                <a:latin typeface="Monotype Corsiva" panose="03010101010201010101" pitchFamily="66" charset="0"/>
                <a:cs typeface="Snell Roundhand"/>
              </a:rPr>
              <a:t>Eberardo “Lalo” Loza</a:t>
            </a:r>
          </a:p>
          <a:p>
            <a:pPr algn="ctr"/>
            <a:r>
              <a:rPr lang="en-US" sz="2000" dirty="0">
                <a:latin typeface="Monotype Corsiva" panose="03010101010201010101" pitchFamily="66" charset="0"/>
                <a:cs typeface="Snell Roundhand"/>
              </a:rPr>
              <a:t>United States Marine Corps</a:t>
            </a:r>
          </a:p>
        </p:txBody>
      </p:sp>
    </p:spTree>
    <p:extLst>
      <p:ext uri="{BB962C8B-B14F-4D97-AF65-F5344CB8AC3E}">
        <p14:creationId xmlns:p14="http://schemas.microsoft.com/office/powerpoint/2010/main" val="217502335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C49DAB309120F45B3B7D40999627DC7" ma:contentTypeVersion="0" ma:contentTypeDescription="Create a new document." ma:contentTypeScope="" ma:versionID="251d751a6ad1dfb281340bc29640f725">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FC577F2-A24F-4FE7-96E2-E0FAED20829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E8211D38-1414-4CFE-A6EB-01BB5D3C33DD}">
  <ds:schemaRefs>
    <ds:schemaRef ds:uri="http://schemas.microsoft.com/sharepoint/v3/contenttype/forms"/>
  </ds:schemaRefs>
</ds:datastoreItem>
</file>

<file path=customXml/itemProps3.xml><?xml version="1.0" encoding="utf-8"?>
<ds:datastoreItem xmlns:ds="http://schemas.openxmlformats.org/officeDocument/2006/customXml" ds:itemID="{54D7D7F0-17B3-4DFE-B8A0-AF8A53CDF1DC}">
  <ds:schemaRefs>
    <ds:schemaRef ds:uri="http://purl.org/dc/terms/"/>
    <ds:schemaRef ds:uri="http://schemas.openxmlformats.org/package/2006/metadata/core-properties"/>
    <ds:schemaRef ds:uri="http://schemas.microsoft.com/office/infopath/2007/PartnerControl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Office Theme</Template>
  <TotalTime>2777</TotalTime>
  <Words>2104</Words>
  <Application>Microsoft Office PowerPoint</Application>
  <PresentationFormat>Custom</PresentationFormat>
  <Paragraphs>112</Paragraphs>
  <Slides>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Arial</vt:lpstr>
      <vt:lpstr>Bodoni MT</vt:lpstr>
      <vt:lpstr>Calibri</vt:lpstr>
      <vt:lpstr>Calibri Light</vt:lpstr>
      <vt:lpstr>Monotype Corsiva</vt:lpstr>
      <vt:lpstr>Times New Roman</vt:lpstr>
      <vt:lpstr>Office Theme</vt:lpstr>
      <vt:lpstr>PowerPoint Presentation</vt:lpstr>
      <vt:lpstr>PowerPoint Presentation</vt:lpstr>
      <vt:lpstr>PowerPoint Presentation</vt:lpstr>
      <vt:lpstr>PowerPoint Presentation</vt:lpstr>
    </vt:vector>
  </TitlesOfParts>
  <Company>USMC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Brooks MSgt Adaecus G</dc:creator>
  <cp:lastModifiedBy>Uribe MGySgt A (Fredo)</cp:lastModifiedBy>
  <cp:revision>75</cp:revision>
  <cp:lastPrinted>2023-05-04T17:34:01Z</cp:lastPrinted>
  <dcterms:created xsi:type="dcterms:W3CDTF">2019-10-01T19:44:13Z</dcterms:created>
  <dcterms:modified xsi:type="dcterms:W3CDTF">2024-07-21T19:43:13Z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0x0101009C49DAB309120F45B3B7D40999627DC7</vt:lpwstr>
  </property>
</Properties>
</file>