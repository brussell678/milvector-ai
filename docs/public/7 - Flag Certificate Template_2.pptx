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9" r:id="rId2"/>
    <p:sldId id="290" r:id="rId3"/>
  </p:sldIdLst>
  <p:sldSz cx="9966325" cy="7680325"/>
  <p:notesSz cx="7010400" cy="9296400"/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5pPr>
    <a:lvl6pPr marL="2286000" algn="l" defTabSz="914400" rtl="0" eaLnBrk="1" latinLnBrk="0" hangingPunct="1"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6pPr>
    <a:lvl7pPr marL="2743200" algn="l" defTabSz="914400" rtl="0" eaLnBrk="1" latinLnBrk="0" hangingPunct="1"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7pPr>
    <a:lvl8pPr marL="3200400" algn="l" defTabSz="914400" rtl="0" eaLnBrk="1" latinLnBrk="0" hangingPunct="1"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8pPr>
    <a:lvl9pPr marL="3657600" algn="l" defTabSz="914400" rtl="0" eaLnBrk="1" latinLnBrk="0" hangingPunct="1">
      <a:defRPr sz="45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Monotype Corsiva" panose="03010101010201010101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19">
          <p15:clr>
            <a:srgbClr val="A4A3A4"/>
          </p15:clr>
        </p15:guide>
        <p15:guide id="2" pos="31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70786-A1BB-4811-9F2E-433477C966A4}" v="2" dt="2024-07-21T14:40:54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15" autoAdjust="0"/>
  </p:normalViewPr>
  <p:slideViewPr>
    <p:cSldViewPr>
      <p:cViewPr>
        <p:scale>
          <a:sx n="100" d="100"/>
          <a:sy n="100" d="100"/>
        </p:scale>
        <p:origin x="48" y="48"/>
      </p:cViewPr>
      <p:guideLst>
        <p:guide orient="horz" pos="2419"/>
        <p:guide pos="31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ribe MGySgt A (Fredo)" userId="ff77c511-f5fe-46e0-84ce-cfa3b6c676b6" providerId="ADAL" clId="{6BF70786-A1BB-4811-9F2E-433477C966A4}"/>
    <pc:docChg chg="modSld">
      <pc:chgData name="Uribe MGySgt A (Fredo)" userId="ff77c511-f5fe-46e0-84ce-cfa3b6c676b6" providerId="ADAL" clId="{6BF70786-A1BB-4811-9F2E-433477C966A4}" dt="2024-07-21T14:40:54.810" v="12"/>
      <pc:docMkLst>
        <pc:docMk/>
      </pc:docMkLst>
      <pc:sldChg chg="modSp mod">
        <pc:chgData name="Uribe MGySgt A (Fredo)" userId="ff77c511-f5fe-46e0-84ce-cfa3b6c676b6" providerId="ADAL" clId="{6BF70786-A1BB-4811-9F2E-433477C966A4}" dt="2024-07-21T14:37:21.347" v="10" actId="20577"/>
        <pc:sldMkLst>
          <pc:docMk/>
          <pc:sldMk cId="0" sldId="289"/>
        </pc:sldMkLst>
        <pc:spChg chg="mod">
          <ac:chgData name="Uribe MGySgt A (Fredo)" userId="ff77c511-f5fe-46e0-84ce-cfa3b6c676b6" providerId="ADAL" clId="{6BF70786-A1BB-4811-9F2E-433477C966A4}" dt="2024-07-21T14:37:21.347" v="10" actId="20577"/>
          <ac:spMkLst>
            <pc:docMk/>
            <pc:sldMk cId="0" sldId="289"/>
            <ac:spMk id="59412" creationId="{DC88FB6B-66CF-C5DD-3A25-0E13D9AF2C36}"/>
          </ac:spMkLst>
        </pc:spChg>
        <pc:spChg chg="mod">
          <ac:chgData name="Uribe MGySgt A (Fredo)" userId="ff77c511-f5fe-46e0-84ce-cfa3b6c676b6" providerId="ADAL" clId="{6BF70786-A1BB-4811-9F2E-433477C966A4}" dt="2024-07-21T14:35:49.212" v="4" actId="20577"/>
          <ac:spMkLst>
            <pc:docMk/>
            <pc:sldMk cId="0" sldId="289"/>
            <ac:spMk id="59414" creationId="{14F673E8-A9F0-1847-79E2-F6301FCEB983}"/>
          </ac:spMkLst>
        </pc:spChg>
      </pc:sldChg>
      <pc:sldChg chg="modSp">
        <pc:chgData name="Uribe MGySgt A (Fredo)" userId="ff77c511-f5fe-46e0-84ce-cfa3b6c676b6" providerId="ADAL" clId="{6BF70786-A1BB-4811-9F2E-433477C966A4}" dt="2024-07-21T14:40:54.810" v="12"/>
        <pc:sldMkLst>
          <pc:docMk/>
          <pc:sldMk cId="0" sldId="290"/>
        </pc:sldMkLst>
        <pc:picChg chg="mod">
          <ac:chgData name="Uribe MGySgt A (Fredo)" userId="ff77c511-f5fe-46e0-84ce-cfa3b6c676b6" providerId="ADAL" clId="{6BF70786-A1BB-4811-9F2E-433477C966A4}" dt="2024-07-21T14:40:54.810" v="12"/>
          <ac:picMkLst>
            <pc:docMk/>
            <pc:sldMk cId="0" sldId="290"/>
            <ac:picMk id="110594" creationId="{5EED2150-A994-779E-C370-7F301FE72F9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60F40AC-C028-2ADF-E05D-CE02591ECC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4" tIns="47383" rIns="94764" bIns="47383" numCol="1" anchor="t" anchorCtr="0" compatLnSpc="1">
            <a:prstTxWarp prst="textNoShape">
              <a:avLst/>
            </a:prstTxWarp>
          </a:bodyPr>
          <a:lstStyle>
            <a:lvl1pPr algn="l" defTabSz="947738" eaLnBrk="1" hangingPunct="1"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0AC7EF3-41D2-1A7E-CAC7-909B24DC96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4" tIns="47383" rIns="94764" bIns="47383" numCol="1" anchor="t" anchorCtr="0" compatLnSpc="1">
            <a:prstTxWarp prst="textNoShape">
              <a:avLst/>
            </a:prstTxWarp>
          </a:bodyPr>
          <a:lstStyle>
            <a:lvl1pPr algn="r" defTabSz="947738" eaLnBrk="1" hangingPunct="1"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07C0E6A0-C926-D1A2-DED0-E854E76B587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4" tIns="47383" rIns="94764" bIns="47383" numCol="1" anchor="b" anchorCtr="0" compatLnSpc="1">
            <a:prstTxWarp prst="textNoShape">
              <a:avLst/>
            </a:prstTxWarp>
          </a:bodyPr>
          <a:lstStyle>
            <a:lvl1pPr algn="l" defTabSz="947738" eaLnBrk="1" hangingPunct="1"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ECE9FB8A-8981-0278-DB20-C759A7F5B67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4" tIns="47383" rIns="94764" bIns="47383" numCol="1" anchor="b" anchorCtr="0" compatLnSpc="1">
            <a:prstTxWarp prst="textNoShape">
              <a:avLst/>
            </a:prstTxWarp>
          </a:bodyPr>
          <a:lstStyle>
            <a:lvl1pPr algn="r" defTabSz="947738" eaLnBrk="1" hangingPunct="1"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fld id="{C44EE329-4871-465B-8E43-E5C9A4BCB9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9AA6D759-082B-EB40-634C-8241D3F8CCE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52" tIns="45226" rIns="90452" bIns="45226" numCol="1" anchor="t" anchorCtr="0" compatLnSpc="1">
            <a:prstTxWarp prst="textNoShape">
              <a:avLst/>
            </a:prstTxWarp>
          </a:bodyPr>
          <a:lstStyle>
            <a:lvl1pPr algn="l" defTabSz="904875" eaLnBrk="1" hangingPunct="1"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B75FD62-E753-02E9-1757-967C07DF784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52" tIns="45226" rIns="90452" bIns="45226" numCol="1" anchor="t" anchorCtr="0" compatLnSpc="1">
            <a:prstTxWarp prst="textNoShape">
              <a:avLst/>
            </a:prstTxWarp>
          </a:bodyPr>
          <a:lstStyle>
            <a:lvl1pPr algn="r" defTabSz="904875" eaLnBrk="1" hangingPunct="1"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3428" name="Rectangle 4">
            <a:extLst>
              <a:ext uri="{FF2B5EF4-FFF2-40B4-BE49-F238E27FC236}">
                <a16:creationId xmlns:a16="http://schemas.microsoft.com/office/drawing/2014/main" id="{24B7DA3E-A6A2-B5DE-E97B-333C6C31E64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3013" y="696913"/>
            <a:ext cx="45243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7AF44DEB-919A-4B56-8D6A-99C2984CD15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4838"/>
            <a:ext cx="5610225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52" tIns="45226" rIns="90452" bIns="452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430" name="Rectangle 6">
            <a:extLst>
              <a:ext uri="{FF2B5EF4-FFF2-40B4-BE49-F238E27FC236}">
                <a16:creationId xmlns:a16="http://schemas.microsoft.com/office/drawing/2014/main" id="{278702F6-442D-4C8A-46EB-6A2B80102D2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52" tIns="45226" rIns="90452" bIns="45226" numCol="1" anchor="b" anchorCtr="0" compatLnSpc="1">
            <a:prstTxWarp prst="textNoShape">
              <a:avLst/>
            </a:prstTxWarp>
          </a:bodyPr>
          <a:lstStyle>
            <a:lvl1pPr algn="l" defTabSz="904875" eaLnBrk="1" hangingPunct="1"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3431" name="Rectangle 7">
            <a:extLst>
              <a:ext uri="{FF2B5EF4-FFF2-40B4-BE49-F238E27FC236}">
                <a16:creationId xmlns:a16="http://schemas.microsoft.com/office/drawing/2014/main" id="{0398657E-47DF-2314-FF2C-F8D2913240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52" tIns="45226" rIns="90452" bIns="45226" numCol="1" anchor="b" anchorCtr="0" compatLnSpc="1">
            <a:prstTxWarp prst="textNoShape">
              <a:avLst/>
            </a:prstTxWarp>
          </a:bodyPr>
          <a:lstStyle>
            <a:lvl1pPr algn="r" defTabSz="904875" eaLnBrk="1" hangingPunct="1">
              <a:spcBef>
                <a:spcPct val="0"/>
              </a:spcBef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fld id="{A99C6BE0-C2F6-4B74-A71E-1D9914A262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8AD9-E7B7-D168-7A7E-75E5E1855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188" y="1257300"/>
            <a:ext cx="7473950" cy="26733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1FFC3-934F-FB3B-EA2E-2B71E54B0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188" y="4033838"/>
            <a:ext cx="7473950" cy="18542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0A27F-DE37-7A43-94CC-A0E36E4E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EDEA8-1217-B84D-2326-61670A9E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E1B16-E8AC-435E-C01E-362416EB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5884F-7405-4DF8-A2BF-B31EA9AE15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54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9DF0-184D-3567-C309-8460F88C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F7DAB-55B4-F2AA-FC91-E8166B51C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ACB82-4787-0D9B-1EA7-EE02D443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214FF-537E-7E86-D574-AD660BD1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132D3-B210-5061-8B8B-BD21174D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F81A98-9EC7-4106-9033-D1FEBCB517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79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4DD7-CF2C-EAD9-41EA-B347727C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50" y="1914525"/>
            <a:ext cx="8596313" cy="31956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41B52-5075-C33B-37BA-950D2FB9E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450" y="5140325"/>
            <a:ext cx="8596313" cy="16795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957C5-DA02-5596-DB84-69FA305C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D927A-8181-FC8A-7541-01DE005E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DCE13-24D8-A47E-35B5-B3D35D2C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941CED-FB55-4781-98CF-1B085F7DB7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80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0691-26DF-0085-582E-053423E5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1EEC2-686B-2150-F688-E67B918DD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7713" y="2219325"/>
            <a:ext cx="4159250" cy="4606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2C765-3EBD-1770-2F85-41AAE3E80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59363" y="2219325"/>
            <a:ext cx="4159250" cy="4606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F2D06-410D-9B1C-401D-C094F967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FB64C-9F44-4802-BC7A-BD76CC1A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EE89E-0281-A1BA-9754-3177FA54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456BE5-CCFC-4867-ABF8-18869896AE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05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A587-02BD-911F-C841-D16692BF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9575"/>
            <a:ext cx="8596313" cy="14843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4E470-9A79-B117-DCE9-A697ABDCB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882775"/>
            <a:ext cx="4216400" cy="922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FF0BD-6BA9-95F9-24D6-336623BB2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" y="2805113"/>
            <a:ext cx="4216400" cy="4127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23C1B-0020-D38C-4809-52434BC13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45075" y="1882775"/>
            <a:ext cx="4237038" cy="922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44393-B8FD-42B3-D059-0AE220055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45075" y="2805113"/>
            <a:ext cx="4237038" cy="4127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32754-F26F-4A46-0501-E259DB30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F23D3-A0E4-02F0-FC46-5A76BE99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93071-131C-E6BC-1F6D-0250DE39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EA168-BBAB-45A6-B60A-07656A2F24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366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FA01-D9C9-A47A-E5A6-E78B1506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E19C1-AA89-3A38-3464-F97297C3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63F53-B131-E386-F8FB-83516523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7F6CE-AAE4-4ECF-4B93-8C4CD84E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3C3527-C3EA-4F62-80FF-6638EE4B4C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612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12E14-0737-7E9B-B427-63330EFB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EC8D7-FCA3-CC86-ABC2-71C4AE36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EABE1-A998-3C0B-3F23-BF2BA8EA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6A507F-37A2-4490-9FCE-F740564FE5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584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02FFC-99C8-5B4B-F496-9B63AC67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2763"/>
            <a:ext cx="3214688" cy="1790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AF1BD-D5B5-A64E-2E08-FAEAC3725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7038" y="1106488"/>
            <a:ext cx="5045075" cy="54578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5B9CF-C9A1-3063-4807-6FB41B933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303463"/>
            <a:ext cx="3214688" cy="4268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C1731-F7B4-2A1E-5E17-0CDF7407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2B386-C5AA-BAC1-19DF-0592A06F8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ADDF9-2252-3D63-DD96-4A28CBAF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5C77B6-1415-47E7-BFD2-FE60EA25CD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79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21BF-64D7-739E-4E7D-FAD4F0F2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2763"/>
            <a:ext cx="3214688" cy="1790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C7D13-96C2-7F96-E957-9AECB79C5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37038" y="1106488"/>
            <a:ext cx="5045075" cy="54578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73ACE-3871-1E7C-3F43-E66FCD79E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303463"/>
            <a:ext cx="3214688" cy="4268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7E160-000D-E44A-2F16-87FC83C9B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0F196-0647-D0EB-CDA8-52E7E908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C4FDC-070E-B575-121B-24E708DF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A9615F-3014-4262-B98F-3C2E44B9CA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780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5F2B-7C21-F04A-1FFB-CB9870A4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36B20-0ED5-4A24-E854-088E3A4E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0BBF0-658C-8331-14C5-1F2D9118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DB079-0045-DADE-2A85-EA351A00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22652-9BE5-E812-D436-D287C50B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07712B-FBC3-46CE-864A-7565BFE7BB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115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151109-D892-F829-5C3E-E804C5EAF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00888" y="682625"/>
            <a:ext cx="2117725" cy="6143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636E9-71F6-A6D7-BC19-7AF12C279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47713" y="682625"/>
            <a:ext cx="6200775" cy="6143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F3828-3A97-687D-1B46-0DAD05F87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E6DB-5933-7D4F-1402-21520D17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3288-5728-5109-5C69-BD048B91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3D990-1C8F-4233-81C7-1B62A82BA0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4619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1CA93C-44E5-D088-1A55-D4F18642E9A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47713" y="682625"/>
            <a:ext cx="8470900" cy="614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6E9E6-BB1F-7ADF-17CF-ADBD046C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7713" y="6997700"/>
            <a:ext cx="2076450" cy="511175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75F1C-9E4A-DE10-4B22-3D934960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188" y="6997700"/>
            <a:ext cx="3155950" cy="511175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C128F-B6A5-8206-CFCD-411DE834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42163" y="6997700"/>
            <a:ext cx="2076450" cy="511175"/>
          </a:xfrm>
        </p:spPr>
        <p:txBody>
          <a:bodyPr/>
          <a:lstStyle>
            <a:lvl1pPr>
              <a:defRPr/>
            </a:lvl1pPr>
          </a:lstStyle>
          <a:p>
            <a:fld id="{EDB976B1-2C26-470D-B8FD-F58F6213E3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9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8E958E-D8FC-1BE0-CDCD-E9FFB88DB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7713" y="682625"/>
            <a:ext cx="8470900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17" tIns="50408" rIns="100817" bIns="504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4088DFA-7AB5-443B-4A24-83D935F61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713" y="2219325"/>
            <a:ext cx="8470900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17" tIns="50408" rIns="100817" bIns="504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AD29C99-1945-B6AE-1B56-B297E5C36F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7713" y="6997700"/>
            <a:ext cx="207645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17" tIns="50408" rIns="100817" bIns="50408" numCol="1" anchor="t" anchorCtr="0" compatLnSpc="1">
            <a:prstTxWarp prst="textNoShape">
              <a:avLst/>
            </a:prstTxWarp>
          </a:bodyPr>
          <a:lstStyle>
            <a:lvl1pPr algn="l" defTabSz="1008063" eaLnBrk="1" hangingPunct="1">
              <a:spcBef>
                <a:spcPct val="0"/>
              </a:spcBef>
              <a:defRPr sz="1500">
                <a:effectLst/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49419F3-7E29-E615-A148-C2917B2BEB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05188" y="6997700"/>
            <a:ext cx="315595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17" tIns="50408" rIns="100817" bIns="50408" numCol="1" anchor="t" anchorCtr="0" compatLnSpc="1">
            <a:prstTxWarp prst="textNoShape">
              <a:avLst/>
            </a:prstTxWarp>
          </a:bodyPr>
          <a:lstStyle>
            <a:lvl1pPr defTabSz="1008063" eaLnBrk="1" hangingPunct="1">
              <a:spcBef>
                <a:spcPct val="0"/>
              </a:spcBef>
              <a:defRPr sz="1500">
                <a:effectLst/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BE64AE-8C39-47A1-08AC-130B039A18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42163" y="6997700"/>
            <a:ext cx="207645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17" tIns="50408" rIns="100817" bIns="50408" numCol="1" anchor="t" anchorCtr="0" compatLnSpc="1">
            <a:prstTxWarp prst="textNoShape">
              <a:avLst/>
            </a:prstTxWarp>
          </a:bodyPr>
          <a:lstStyle>
            <a:lvl1pPr algn="r" defTabSz="1008063" eaLnBrk="1" hangingPunct="1">
              <a:spcBef>
                <a:spcPct val="0"/>
              </a:spcBef>
              <a:defRPr sz="1500">
                <a:effectLst/>
                <a:latin typeface="+mn-lt"/>
              </a:defRPr>
            </a:lvl1pPr>
          </a:lstStyle>
          <a:p>
            <a:fld id="{DAC491B9-1003-40D8-B64F-3F4C49241F3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1008063" rtl="0" fontAlgn="base">
        <a:spcBef>
          <a:spcPct val="0"/>
        </a:spcBef>
        <a:spcAft>
          <a:spcPct val="0"/>
        </a:spcAft>
        <a:defRPr sz="49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08063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Times New Roman" panose="02020603050405020304" pitchFamily="18" charset="0"/>
        </a:defRPr>
      </a:lvl2pPr>
      <a:lvl3pPr algn="ctr" defTabSz="1008063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Times New Roman" panose="02020603050405020304" pitchFamily="18" charset="0"/>
        </a:defRPr>
      </a:lvl3pPr>
      <a:lvl4pPr algn="ctr" defTabSz="1008063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Times New Roman" panose="02020603050405020304" pitchFamily="18" charset="0"/>
        </a:defRPr>
      </a:lvl4pPr>
      <a:lvl5pPr algn="ctr" defTabSz="1008063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008063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008063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008063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008063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77825" indent="-377825" algn="l" defTabSz="1008063" rtl="0" fontAlgn="base">
        <a:spcBef>
          <a:spcPct val="20000"/>
        </a:spcBef>
        <a:spcAft>
          <a:spcPct val="0"/>
        </a:spcAft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9150" indent="-314325" algn="l" defTabSz="1008063" rtl="0" fontAlgn="base">
        <a:spcBef>
          <a:spcPct val="20000"/>
        </a:spcBef>
        <a:spcAft>
          <a:spcPct val="0"/>
        </a:spcAft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252413" algn="l" defTabSz="1008063" rtl="0" fontAlgn="base">
        <a:spcBef>
          <a:spcPct val="20000"/>
        </a:spcBef>
        <a:spcAft>
          <a:spcPct val="0"/>
        </a:spcAft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5300" indent="-252413" algn="l" defTabSz="1008063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8538" indent="-252413" algn="l" defTabSz="1008063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extLst>
              <a:ext uri="{FF2B5EF4-FFF2-40B4-BE49-F238E27FC236}">
                <a16:creationId xmlns:a16="http://schemas.microsoft.com/office/drawing/2014/main" id="{30B881A3-31F8-CED4-41CE-6CE0DBACE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063" y="6072188"/>
            <a:ext cx="4702175" cy="147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812" tIns="50407" rIns="100812" bIns="50407">
            <a:spAutoFit/>
          </a:bodyPr>
          <a:lstStyle>
            <a:lvl1pPr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1650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2888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61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33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05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77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49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i="1">
                <a:effectLst/>
                <a:latin typeface="Monotype Corsiva" panose="03010101010201010101" pitchFamily="66" charset="0"/>
              </a:rPr>
              <a:t>__________________________</a:t>
            </a:r>
          </a:p>
          <a:p>
            <a:pPr algn="ctr" eaLnBrk="1" hangingPunct="1"/>
            <a:r>
              <a:rPr lang="en-US" altLang="en-US" sz="1800" b="1" i="1">
                <a:effectLst/>
                <a:latin typeface="Monotype Corsiva" panose="03010101010201010101" pitchFamily="66" charset="0"/>
              </a:rPr>
              <a:t>M.S. Goodwin</a:t>
            </a:r>
          </a:p>
          <a:p>
            <a:pPr algn="ctr" eaLnBrk="1" hangingPunct="1"/>
            <a:r>
              <a:rPr lang="en-US" altLang="en-US" sz="1800" b="1" i="1">
                <a:effectLst/>
                <a:latin typeface="Monotype Corsiva" panose="03010101010201010101" pitchFamily="66" charset="0"/>
              </a:rPr>
              <a:t>Officer in Charge, </a:t>
            </a:r>
          </a:p>
          <a:p>
            <a:pPr algn="ctr" eaLnBrk="1" hangingPunct="1"/>
            <a:r>
              <a:rPr lang="en-US" altLang="en-US" sz="1800" b="1" i="1">
                <a:effectLst/>
                <a:latin typeface="Monotype Corsiva" panose="03010101010201010101" pitchFamily="66" charset="0"/>
              </a:rPr>
              <a:t>Marine Corps Systems Command  Site </a:t>
            </a:r>
          </a:p>
          <a:p>
            <a:pPr algn="ctr" eaLnBrk="1" hangingPunct="1"/>
            <a:r>
              <a:rPr lang="en-US" altLang="en-US" sz="1800" b="1" i="1">
                <a:effectLst/>
                <a:latin typeface="Monotype Corsiva" panose="03010101010201010101" pitchFamily="66" charset="0"/>
              </a:rPr>
              <a:t>Major, United States Marine Corps</a:t>
            </a:r>
          </a:p>
        </p:txBody>
      </p:sp>
      <p:graphicFrame>
        <p:nvGraphicFramePr>
          <p:cNvPr id="59395" name="Object 3">
            <a:extLst>
              <a:ext uri="{FF2B5EF4-FFF2-40B4-BE49-F238E27FC236}">
                <a16:creationId xmlns:a16="http://schemas.microsoft.com/office/drawing/2014/main" id="{F91B95C4-6FCE-321A-1847-58908EFCA346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303213" y="168275"/>
          <a:ext cx="9359900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3685714" imgH="9135750" progId="Paint.Picture">
                  <p:embed/>
                </p:oleObj>
              </mc:Choice>
              <mc:Fallback>
                <p:oleObj name="Bitmap Image" r:id="rId2" imgW="23685714" imgH="9135750" progId="Paint.Picture">
                  <p:embed/>
                  <p:pic>
                    <p:nvPicPr>
                      <p:cNvPr id="59395" name="Object 3">
                        <a:extLst>
                          <a:ext uri="{FF2B5EF4-FFF2-40B4-BE49-F238E27FC236}">
                            <a16:creationId xmlns:a16="http://schemas.microsoft.com/office/drawing/2014/main" id="{F91B95C4-6FCE-321A-1847-58908EFCA3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68275"/>
                        <a:ext cx="9359900" cy="309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9396" name="Picture 4">
            <a:extLst>
              <a:ext uri="{FF2B5EF4-FFF2-40B4-BE49-F238E27FC236}">
                <a16:creationId xmlns:a16="http://schemas.microsoft.com/office/drawing/2014/main" id="{A09D11CF-6607-F642-F7F1-AA84EA16F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3" y="1031875"/>
            <a:ext cx="1697037" cy="16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97" name="Text Box 5">
            <a:extLst>
              <a:ext uri="{FF2B5EF4-FFF2-40B4-BE49-F238E27FC236}">
                <a16:creationId xmlns:a16="http://schemas.microsoft.com/office/drawing/2014/main" id="{619606EC-110E-C4F2-6F7A-0D6D4DEDD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87675"/>
            <a:ext cx="9966325" cy="83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817" tIns="50408" rIns="100817" bIns="50408">
            <a:spAutoFit/>
          </a:bodyPr>
          <a:lstStyle>
            <a:lvl1pPr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48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2888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61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33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05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77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49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80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National Ensign</a:t>
            </a:r>
          </a:p>
        </p:txBody>
      </p:sp>
      <p:sp>
        <p:nvSpPr>
          <p:cNvPr id="59399" name="Text Box 7">
            <a:extLst>
              <a:ext uri="{FF2B5EF4-FFF2-40B4-BE49-F238E27FC236}">
                <a16:creationId xmlns:a16="http://schemas.microsoft.com/office/drawing/2014/main" id="{452584C5-AFD6-7802-099B-23E5409F1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4659313"/>
            <a:ext cx="9256713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100817" tIns="50408" rIns="100817" bIns="50408">
            <a:spAutoFit/>
          </a:bodyPr>
          <a:lstStyle>
            <a:lvl1pPr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48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2888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61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33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05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77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49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 This Flag was flown over Camp Al </a:t>
            </a:r>
            <a:r>
              <a:rPr lang="en-US" alt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Taqaddum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. Iraq </a:t>
            </a:r>
          </a:p>
          <a:p>
            <a:pPr algn="ctr" eaLnBrk="1" hangingPunct="1"/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Marine Corps Systems Command  Site during Operation Iraqi Freedom 05-07 </a:t>
            </a:r>
          </a:p>
          <a:p>
            <a:pPr algn="ctr" eaLnBrk="1" hangingPunct="1"/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on this 20</a:t>
            </a:r>
            <a:r>
              <a:rPr lang="en-US" altLang="en-US" b="1" i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th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 day of February in the year of our Lord 2007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 </a:t>
            </a:r>
          </a:p>
        </p:txBody>
      </p:sp>
      <p:sp>
        <p:nvSpPr>
          <p:cNvPr id="59412" name="Text Box 20">
            <a:extLst>
              <a:ext uri="{FF2B5EF4-FFF2-40B4-BE49-F238E27FC236}">
                <a16:creationId xmlns:a16="http://schemas.microsoft.com/office/drawing/2014/main" id="{DC88FB6B-66CF-C5DD-3A25-0E13D9AF2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3" y="6072188"/>
            <a:ext cx="4702175" cy="147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812" tIns="50407" rIns="100812" bIns="50407">
            <a:spAutoFit/>
          </a:bodyPr>
          <a:lstStyle>
            <a:lvl1pPr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1650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2888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61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33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05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77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49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i="1" dirty="0">
                <a:effectLst/>
                <a:latin typeface="Monotype Corsiva" panose="03010101010201010101" pitchFamily="66" charset="0"/>
              </a:rPr>
              <a:t>__________________________</a:t>
            </a:r>
          </a:p>
          <a:p>
            <a:pPr algn="ctr" eaLnBrk="1" hangingPunct="1"/>
            <a:r>
              <a:rPr lang="en-US" altLang="en-US" sz="1800" b="1" i="1" dirty="0" err="1">
                <a:effectLst/>
                <a:latin typeface="Monotype Corsiva" panose="03010101010201010101" pitchFamily="66" charset="0"/>
              </a:rPr>
              <a:t>M.B</a:t>
            </a:r>
            <a:r>
              <a:rPr lang="en-US" altLang="en-US" sz="1800" b="1" i="1" dirty="0">
                <a:effectLst/>
                <a:latin typeface="Monotype Corsiva" panose="03010101010201010101" pitchFamily="66" charset="0"/>
              </a:rPr>
              <a:t>. Conwell</a:t>
            </a:r>
          </a:p>
          <a:p>
            <a:pPr algn="ctr" eaLnBrk="1" hangingPunct="1"/>
            <a:r>
              <a:rPr lang="en-US" altLang="en-US" sz="1800" b="1" i="1" dirty="0">
                <a:effectLst/>
                <a:latin typeface="Monotype Corsiva" panose="03010101010201010101" pitchFamily="66" charset="0"/>
              </a:rPr>
              <a:t>Staff Non-Commissioned Officer in Charge, </a:t>
            </a:r>
          </a:p>
          <a:p>
            <a:pPr algn="ctr" eaLnBrk="1" hangingPunct="1"/>
            <a:r>
              <a:rPr lang="en-US" altLang="en-US" sz="1800" b="1" i="1" dirty="0">
                <a:effectLst/>
                <a:latin typeface="Monotype Corsiva" panose="03010101010201010101" pitchFamily="66" charset="0"/>
              </a:rPr>
              <a:t>Marine Corps Systems Command  Site </a:t>
            </a:r>
          </a:p>
          <a:p>
            <a:pPr algn="ctr" eaLnBrk="1" hangingPunct="1"/>
            <a:r>
              <a:rPr lang="en-US" altLang="en-US" sz="1800" b="1" i="1" dirty="0">
                <a:effectLst/>
                <a:latin typeface="Monotype Corsiva" panose="03010101010201010101" pitchFamily="66" charset="0"/>
              </a:rPr>
              <a:t>GySgt, United States Marine Corps</a:t>
            </a:r>
          </a:p>
        </p:txBody>
      </p:sp>
      <p:sp>
        <p:nvSpPr>
          <p:cNvPr id="59414" name="Text Box 22">
            <a:extLst>
              <a:ext uri="{FF2B5EF4-FFF2-40B4-BE49-F238E27FC236}">
                <a16:creationId xmlns:a16="http://schemas.microsoft.com/office/drawing/2014/main" id="{14F673E8-A9F0-1847-79E2-F6301FCEB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01925"/>
            <a:ext cx="99663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817" tIns="50408" rIns="100817" bIns="50408">
            <a:spAutoFit/>
          </a:bodyPr>
          <a:lstStyle>
            <a:lvl1pPr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48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2888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61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33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05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77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49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600" b="1" i="1" dirty="0">
                <a:effectLst/>
                <a:latin typeface="Monotype Corsiva" panose="03010101010201010101" pitchFamily="66" charset="0"/>
              </a:rPr>
              <a:t>takes pleasure in presenting the</a:t>
            </a:r>
            <a:endParaRPr lang="en-US" altLang="en-US" sz="1600" b="1" i="1" u="sng" dirty="0">
              <a:effectLst/>
              <a:latin typeface="Monotype Corsiva" panose="03010101010201010101" pitchFamily="66" charset="0"/>
            </a:endParaRPr>
          </a:p>
        </p:txBody>
      </p:sp>
      <p:sp>
        <p:nvSpPr>
          <p:cNvPr id="59415" name="Text Box 23">
            <a:extLst>
              <a:ext uri="{FF2B5EF4-FFF2-40B4-BE49-F238E27FC236}">
                <a16:creationId xmlns:a16="http://schemas.microsoft.com/office/drawing/2014/main" id="{0CFA2959-2638-88E0-D2A0-0C842559B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49663"/>
            <a:ext cx="9966325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817" tIns="50408" rIns="100817" bIns="50408">
            <a:spAutoFit/>
          </a:bodyPr>
          <a:lstStyle>
            <a:lvl1pPr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48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2888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61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33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05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77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49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 i="1">
                <a:effectLst/>
                <a:latin typeface="Monotype Corsiva" panose="03010101010201010101" pitchFamily="66" charset="0"/>
              </a:rPr>
              <a:t>to</a:t>
            </a:r>
            <a:endParaRPr lang="en-US" altLang="en-US" sz="2000" b="1" i="1" u="sng">
              <a:effectLst/>
              <a:latin typeface="Monotype Corsiva" panose="03010101010201010101" pitchFamily="66" charset="0"/>
            </a:endParaRPr>
          </a:p>
        </p:txBody>
      </p:sp>
      <p:sp>
        <p:nvSpPr>
          <p:cNvPr id="59416" name="Text Box 24">
            <a:extLst>
              <a:ext uri="{FF2B5EF4-FFF2-40B4-BE49-F238E27FC236}">
                <a16:creationId xmlns:a16="http://schemas.microsoft.com/office/drawing/2014/main" id="{B1D03DDD-7103-2313-36B2-4BDAB1089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40163"/>
            <a:ext cx="9966325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817" tIns="50408" rIns="100817" bIns="50408">
            <a:spAutoFit/>
          </a:bodyPr>
          <a:lstStyle>
            <a:lvl1pPr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48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2888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6125" algn="l" defTabSz="100806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33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05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77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4925" defTabSz="10080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500" dirty="0"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anose="03010101010201010101" pitchFamily="66" charset="0"/>
              </a:rPr>
              <a:t>Gayle O. Davis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>
            <a:extLst>
              <a:ext uri="{FF2B5EF4-FFF2-40B4-BE49-F238E27FC236}">
                <a16:creationId xmlns:a16="http://schemas.microsoft.com/office/drawing/2014/main" id="{5EED2150-A994-779E-C370-7F301FE72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66325" cy="768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595" name="Text Box 3">
            <a:extLst>
              <a:ext uri="{FF2B5EF4-FFF2-40B4-BE49-F238E27FC236}">
                <a16:creationId xmlns:a16="http://schemas.microsoft.com/office/drawing/2014/main" id="{7DB44887-24EF-DC0C-C88D-87B727536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25463"/>
            <a:ext cx="9966325" cy="661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369" tIns="46184" rIns="92369" bIns="46184">
            <a:spAutoFit/>
          </a:bodyPr>
          <a:lstStyle>
            <a:lvl1pPr algn="l" defTabSz="923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1963" algn="l" defTabSz="923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23925" algn="l" defTabSz="923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85888" algn="l" defTabSz="923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47850" algn="l" defTabSz="923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05050" defTabSz="9239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62250" defTabSz="9239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19450" defTabSz="9239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76650" defTabSz="9239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6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The Flag of the United States of America</a:t>
            </a:r>
          </a:p>
          <a:p>
            <a:pPr algn="ctr"/>
            <a:endParaRPr lang="en-US" altLang="en-US" dirty="0">
              <a:solidFill>
                <a:srgbClr val="3E0000"/>
              </a:solidFill>
              <a:effectLst/>
              <a:latin typeface="Monotype Corsiva" panose="03010101010201010101" pitchFamily="66" charset="0"/>
            </a:endParaRPr>
          </a:p>
          <a:p>
            <a:pPr algn="ctr"/>
            <a:r>
              <a:rPr lang="en-US" altLang="en-US" sz="28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This Flag represents the heroism and sacrifice of the Men and </a:t>
            </a:r>
          </a:p>
          <a:p>
            <a:pPr algn="ctr"/>
            <a:r>
              <a:rPr lang="en-US" altLang="en-US" sz="28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Women of the Armed Forces of the United States of America.</a:t>
            </a:r>
          </a:p>
          <a:p>
            <a:pPr algn="ctr"/>
            <a:r>
              <a:rPr lang="en-US" altLang="en-US" sz="28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Many service men and women have paid the ultimate price</a:t>
            </a:r>
          </a:p>
          <a:p>
            <a:pPr algn="ctr"/>
            <a:r>
              <a:rPr lang="en-US" altLang="en-US" sz="28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by giving their lives in defense of the Iraqi people during their</a:t>
            </a:r>
          </a:p>
          <a:p>
            <a:pPr algn="ctr"/>
            <a:r>
              <a:rPr lang="en-US" altLang="en-US" sz="28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fight for freedom.</a:t>
            </a:r>
          </a:p>
          <a:p>
            <a:pPr algn="ctr"/>
            <a:endParaRPr lang="en-US" altLang="en-US" sz="2800" dirty="0">
              <a:solidFill>
                <a:srgbClr val="3E0000"/>
              </a:solidFill>
              <a:effectLst/>
              <a:latin typeface="Monotype Corsiva" panose="03010101010201010101" pitchFamily="66" charset="0"/>
            </a:endParaRPr>
          </a:p>
          <a:p>
            <a:pPr algn="ctr"/>
            <a:r>
              <a:rPr lang="en-US" altLang="en-US" sz="28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Whenever and wherever this flag is displayed, it will always </a:t>
            </a:r>
          </a:p>
          <a:p>
            <a:pPr algn="ctr"/>
            <a:r>
              <a:rPr lang="en-US" altLang="en-US" sz="28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carry with it, the memory of those who were lost while</a:t>
            </a:r>
          </a:p>
          <a:p>
            <a:pPr algn="ctr"/>
            <a:r>
              <a:rPr lang="en-US" altLang="en-US" sz="28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bringing freedom to those who have never known it.</a:t>
            </a:r>
          </a:p>
          <a:p>
            <a:pPr algn="ctr"/>
            <a:endParaRPr lang="en-US" altLang="en-US" dirty="0">
              <a:solidFill>
                <a:srgbClr val="3E0000"/>
              </a:solidFill>
              <a:effectLst/>
              <a:latin typeface="Monotype Corsiva" panose="03010101010201010101" pitchFamily="66" charset="0"/>
            </a:endParaRPr>
          </a:p>
          <a:p>
            <a:pPr algn="ctr"/>
            <a:r>
              <a:rPr lang="en-US" altLang="en-US" sz="36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Operation Iraqi Freedom &amp; Operation Enduring Freedom</a:t>
            </a:r>
          </a:p>
          <a:p>
            <a:pPr algn="ctr"/>
            <a:endParaRPr lang="en-US" altLang="en-US" sz="2000" dirty="0">
              <a:solidFill>
                <a:srgbClr val="3E0000"/>
              </a:solidFill>
              <a:effectLst/>
              <a:latin typeface="Monotype Corsiva" panose="03010101010201010101" pitchFamily="66" charset="0"/>
            </a:endParaRPr>
          </a:p>
          <a:p>
            <a:pPr algn="ctr"/>
            <a:r>
              <a:rPr lang="en-US" altLang="en-US" sz="36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“We will never forget”</a:t>
            </a:r>
            <a:r>
              <a:rPr lang="en-US" altLang="en-US" sz="3200" dirty="0">
                <a:solidFill>
                  <a:srgbClr val="3E0000"/>
                </a:solidFill>
                <a:effectLst/>
                <a:latin typeface="Monotype Corsiva" panose="03010101010201010101" pitchFamily="66" charset="0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00817" tIns="50408" rIns="100817" bIns="50408" numCol="1" anchor="t" anchorCtr="0" compatLnSpc="1">
        <a:prstTxWarp prst="textNoShape">
          <a:avLst/>
        </a:prstTxWarp>
        <a:spAutoFit/>
      </a:bodyPr>
      <a:lstStyle>
        <a:defPPr marL="0" marR="0" indent="0" algn="ctr" defTabSz="1008063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5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onotype Corsiva" panose="03010101010201010101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00817" tIns="50408" rIns="100817" bIns="50408" numCol="1" anchor="t" anchorCtr="0" compatLnSpc="1">
        <a:prstTxWarp prst="textNoShape">
          <a:avLst/>
        </a:prstTxWarp>
        <a:spAutoFit/>
      </a:bodyPr>
      <a:lstStyle>
        <a:defPPr marL="0" marR="0" indent="0" algn="ctr" defTabSz="1008063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5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onotype Corsiva" panose="03010101010201010101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3248</TotalTime>
  <Words>193</Words>
  <Application>Microsoft Office PowerPoint</Application>
  <PresentationFormat>Custom</PresentationFormat>
  <Paragraphs>32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Monotype Corsiva</vt:lpstr>
      <vt:lpstr>Times New Roman</vt:lpstr>
      <vt:lpstr>Default Design</vt:lpstr>
      <vt:lpstr>Bitmap Image</vt:lpstr>
      <vt:lpstr>PowerPoint Presentation</vt:lpstr>
      <vt:lpstr>PowerPoint Presentation</vt:lpstr>
    </vt:vector>
  </TitlesOfParts>
  <Company>USMC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NavagonzalezPA</dc:creator>
  <cp:lastModifiedBy>Uribe MGySgt A (Fredo)</cp:lastModifiedBy>
  <cp:revision>226</cp:revision>
  <cp:lastPrinted>2004-09-05T15:40:37Z</cp:lastPrinted>
  <dcterms:created xsi:type="dcterms:W3CDTF">2002-12-18T18:49:50Z</dcterms:created>
  <dcterms:modified xsi:type="dcterms:W3CDTF">2024-07-21T14:40:57Z</dcterms:modified>
</cp:coreProperties>
</file>