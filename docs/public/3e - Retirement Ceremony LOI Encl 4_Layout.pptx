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D8A614-A757-499A-B33D-319576D3E3E1}" v="1" dt="2024-05-21T15:39:44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8B853-7595-9DD4-9797-5204DA8A0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C43B3-1713-BC9D-045B-3FC2D4CEE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4FFB7-7E77-C9C6-4D36-74F570AC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A3668-3051-282A-D23D-85499AAF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13B10-8E5C-B8B3-181C-E878759F8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3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5954-CE5D-1750-0701-1544E3BD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F2621-F3A0-D6BC-4DD2-1A8D19B3A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07956-107A-F54A-BFC3-CAE7319AC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66909-7C0C-BD57-8F5E-543B52B24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A1D7C-9FD4-5217-389B-F6B43239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36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E4C6-690A-31AE-64C2-497D428E3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EA0F8-D22F-DDB4-32AE-4B9EB820C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0B4A8-4702-E81C-AEC1-202B9BC9C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523EF-8CD6-F5A3-A09F-9CA36FE6D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567B6-D255-AF5C-359B-F2E0A9DF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79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66DA-3160-6BDE-C606-4A466D5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8E808-7901-B30E-A40D-69906BF97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30F46-2EAE-C501-9675-083B0DD8F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FC22D-4FCB-1E7B-17D5-CA1AEAD64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DC567-30E0-9487-7233-7586EAD3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BBEFF-DFA0-408E-EC4E-98377D39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4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8534-16C6-0760-E429-1B5C2FFA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9F896-505E-63FA-11E9-5AC365DDF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46400-F680-3FB4-6294-549B0C2AF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71F4E5-7E9B-8F37-7DF1-B6601B571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FA2CC-0D2A-6C14-FDDA-4BD3C99B9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A7C33-19DC-B9DB-9787-0208AD8F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D11F2-71D2-1E2F-D68D-65307D35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3FB37E-AAB2-7F0C-BB9C-13DB17AC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3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258E-7F79-AFC4-D112-0F28CFF7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E1E9F1-AD43-B8E7-16B9-A2605B86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ADDBD-32A7-CB48-A5DF-F7B3FE25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9EE21-A084-718D-6CCB-58138432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12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6941BC-9D44-F4B6-0A6A-E88D685C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B853A-7302-024C-D58C-450D67A8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D4DA8-58DE-1C47-59FC-E5C1E8F6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47BC-427D-C906-DD9E-F8A4D0A20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AC2A3-6E57-A457-87A9-7FAEB2986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0F319-6922-4493-7697-75C9F7D25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F8AF3-C409-DBEE-E38B-29AB862D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7E8E1-25BF-2332-4621-A55A5EFC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FEA65-0C8E-5399-D8C0-98E2F22C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2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83D8-B655-EEA9-4E66-6E1E42449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B3872D-3EDB-0184-44F2-62942BE47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B78DD-2371-1137-8621-28F198D54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FE931-8FC8-B6BF-9B28-DEFF60E1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8C238-3F1B-0937-CE10-08052B46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8E0E9-C245-2F13-060B-9B592C704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9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8EE9-A549-7302-8677-E6778C07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5CC36-89DC-A167-9F3A-B4DA50418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A6E53-413A-D81E-B311-3357FA14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22C12-D089-CA59-0362-905BA85C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7E1FE-F22D-EAE3-7DA9-3A109DB6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5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556DC-07CA-26EE-6191-4C23FA2BD0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872B2-E770-E334-756D-74BB993FC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3A9AF-88BF-FC0E-6CB5-92083C9D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2CDB8-36EC-B106-8D71-CB64C21C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5914-D2C3-5970-2957-56C4525A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4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0A8FFB-C754-2A8A-9242-B736B834E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E6BE6-D2A8-6E75-1685-F46625FC9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0EF49-334D-919E-47AD-EAD39056D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A975-93EE-43D9-B602-15FE4048CC8B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AD47C-F6D6-0508-3FF5-013588D1F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850B3-E81E-6897-2EBB-558911C71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638E5-17FC-4927-8541-D9A766D4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20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3BA4B01-BE2D-0C62-1BB1-7CF9FF7FDF81}"/>
              </a:ext>
            </a:extLst>
          </p:cNvPr>
          <p:cNvSpPr/>
          <p:nvPr/>
        </p:nvSpPr>
        <p:spPr>
          <a:xfrm>
            <a:off x="4919607" y="1569321"/>
            <a:ext cx="2352782" cy="224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FOUNTAIN</a:t>
            </a:r>
          </a:p>
          <a:p>
            <a:pPr algn="ctr"/>
            <a:r>
              <a:rPr lang="en-US" dirty="0"/>
              <a:t> WITH BAND SEATS, folding table/gifts under shade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F39AC2-2E87-E9C2-1851-A7563AD11A08}"/>
              </a:ext>
            </a:extLst>
          </p:cNvPr>
          <p:cNvSpPr/>
          <p:nvPr/>
        </p:nvSpPr>
        <p:spPr>
          <a:xfrm>
            <a:off x="3243467" y="609600"/>
            <a:ext cx="5705061" cy="53373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78A1BCF4-65B5-414B-3668-4CC39CBC1DC4}"/>
              </a:ext>
            </a:extLst>
          </p:cNvPr>
          <p:cNvSpPr/>
          <p:nvPr/>
        </p:nvSpPr>
        <p:spPr>
          <a:xfrm flipV="1">
            <a:off x="4278331" y="2650732"/>
            <a:ext cx="3635338" cy="2518256"/>
          </a:xfrm>
          <a:prstGeom prst="blockArc">
            <a:avLst>
              <a:gd name="adj1" fmla="val 10816727"/>
              <a:gd name="adj2" fmla="val 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3F9E9E5B-32DF-CB88-CE84-869DF312A206}"/>
              </a:ext>
            </a:extLst>
          </p:cNvPr>
          <p:cNvSpPr/>
          <p:nvPr/>
        </p:nvSpPr>
        <p:spPr>
          <a:xfrm>
            <a:off x="5895652" y="3811712"/>
            <a:ext cx="400692" cy="267128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B451A4A4-F5A8-CF20-9624-61248AFD1A51}"/>
              </a:ext>
            </a:extLst>
          </p:cNvPr>
          <p:cNvSpPr/>
          <p:nvPr/>
        </p:nvSpPr>
        <p:spPr>
          <a:xfrm>
            <a:off x="9304996" y="5168988"/>
            <a:ext cx="400692" cy="267128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779C22-EF80-DE89-E0F2-67D98A6A7D5B}"/>
              </a:ext>
            </a:extLst>
          </p:cNvPr>
          <p:cNvSpPr/>
          <p:nvPr/>
        </p:nvSpPr>
        <p:spPr>
          <a:xfrm rot="1416157">
            <a:off x="6777017" y="3683828"/>
            <a:ext cx="314443" cy="280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0BAE30-C531-55F7-66BF-6AEC7085BDB6}"/>
              </a:ext>
            </a:extLst>
          </p:cNvPr>
          <p:cNvSpPr/>
          <p:nvPr/>
        </p:nvSpPr>
        <p:spPr>
          <a:xfrm rot="1416157">
            <a:off x="9348291" y="4606790"/>
            <a:ext cx="314443" cy="280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2EF40-F762-6E52-BC7A-9E7FA0FCF035}"/>
              </a:ext>
            </a:extLst>
          </p:cNvPr>
          <p:cNvSpPr txBox="1"/>
          <p:nvPr/>
        </p:nvSpPr>
        <p:spPr>
          <a:xfrm>
            <a:off x="9822094" y="4555562"/>
            <a:ext cx="1602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Podium</a:t>
            </a:r>
          </a:p>
          <a:p>
            <a:endParaRPr lang="en-US" dirty="0"/>
          </a:p>
          <a:p>
            <a:r>
              <a:rPr lang="en-US" dirty="0"/>
              <a:t>Colors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E9F659-6E02-8D68-E686-83C1E530761C}"/>
              </a:ext>
            </a:extLst>
          </p:cNvPr>
          <p:cNvSpPr txBox="1"/>
          <p:nvPr/>
        </p:nvSpPr>
        <p:spPr>
          <a:xfrm>
            <a:off x="5638798" y="469022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Chairs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DB088-6B36-D53D-4322-443F25AF03C8}"/>
              </a:ext>
            </a:extLst>
          </p:cNvPr>
          <p:cNvSpPr txBox="1"/>
          <p:nvPr/>
        </p:nvSpPr>
        <p:spPr>
          <a:xfrm rot="5400000">
            <a:off x="-424873" y="5970160"/>
            <a:ext cx="1406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Enclosure (4)</a:t>
            </a:r>
          </a:p>
        </p:txBody>
      </p:sp>
    </p:spTree>
    <p:extLst>
      <p:ext uri="{BB962C8B-B14F-4D97-AF65-F5344CB8AC3E}">
        <p14:creationId xmlns:p14="http://schemas.microsoft.com/office/powerpoint/2010/main" val="2866405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The United States Marine Corps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Durivage CWO4 Andrew G</dc:creator>
  <cp:lastModifiedBy>Uribe MGySgt A (Fredo)</cp:lastModifiedBy>
  <cp:revision>3</cp:revision>
  <dcterms:created xsi:type="dcterms:W3CDTF">2024-05-21T12:46:14Z</dcterms:created>
  <dcterms:modified xsi:type="dcterms:W3CDTF">2024-07-21T21:54:52Z</dcterms:modified>
</cp:coreProperties>
</file>