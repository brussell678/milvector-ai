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handoutMasterIdLst>
    <p:handoutMasterId r:id="rId7"/>
  </p:handoutMasterIdLst>
  <p:sldIdLst>
    <p:sldId id="256" r:id="rId2"/>
    <p:sldId id="257" r:id="rId3"/>
    <p:sldId id="258" r:id="rId4"/>
    <p:sldId id="259" r:id="rId5"/>
  </p:sldIdLst>
  <p:sldSz cx="10058400" cy="7772400"/>
  <p:notesSz cx="7023100" cy="9309100"/>
  <p:defaultTextStyle>
    <a:defPPr>
      <a:defRPr lang="en-US"/>
    </a:defPPr>
    <a:lvl1pPr algn="l" rtl="0" eaLnBrk="0" fontAlgn="base" hangingPunct="0">
      <a:spcBef>
        <a:spcPct val="0"/>
      </a:spcBef>
      <a:spcAft>
        <a:spcPct val="0"/>
      </a:spcAft>
      <a:defRPr sz="20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0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0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0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0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442">
          <p15:clr>
            <a:srgbClr val="A4A3A4"/>
          </p15:clr>
        </p15:guide>
        <p15:guide id="2" orient="horz" pos="4752">
          <p15:clr>
            <a:srgbClr val="A4A3A4"/>
          </p15:clr>
        </p15:guide>
        <p15:guide id="3" orient="horz" pos="2448">
          <p15:clr>
            <a:srgbClr val="A4A3A4"/>
          </p15:clr>
        </p15:guide>
        <p15:guide id="4" orient="horz" pos="1285">
          <p15:clr>
            <a:srgbClr val="A4A3A4"/>
          </p15:clr>
        </p15:guide>
        <p15:guide id="5" orient="horz" pos="2256">
          <p15:clr>
            <a:srgbClr val="A4A3A4"/>
          </p15:clr>
        </p15:guide>
        <p15:guide id="6" pos="3168">
          <p15:clr>
            <a:srgbClr val="A4A3A4"/>
          </p15:clr>
        </p15:guide>
        <p15:guide id="7" pos="3312">
          <p15:clr>
            <a:srgbClr val="A4A3A4"/>
          </p15:clr>
        </p15:guide>
        <p15:guide id="8" pos="3024">
          <p15:clr>
            <a:srgbClr val="A4A3A4"/>
          </p15:clr>
        </p15:guide>
        <p15:guide id="9" pos="144">
          <p15:clr>
            <a:srgbClr val="A4A3A4"/>
          </p15:clr>
        </p15:guide>
        <p15:guide id="10" pos="6192">
          <p15:clr>
            <a:srgbClr val="A4A3A4"/>
          </p15:clr>
        </p15:guide>
        <p15:guide id="11" pos="4752">
          <p15:clr>
            <a:srgbClr val="A4A3A4"/>
          </p15:clr>
        </p15:guide>
        <p15:guide id="12" pos="15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AA81"/>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F3CC2D-5673-47EA-ADB4-1A69B9ED5299}" v="324" dt="2024-07-21T15:58:59.2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1508" y="-264"/>
      </p:cViewPr>
      <p:guideLst>
        <p:guide orient="horz" pos="442"/>
        <p:guide orient="horz" pos="4752"/>
        <p:guide orient="horz" pos="2448"/>
        <p:guide orient="horz" pos="1285"/>
        <p:guide orient="horz" pos="2256"/>
        <p:guide pos="3168"/>
        <p:guide pos="3312"/>
        <p:guide pos="3024"/>
        <p:guide pos="144"/>
        <p:guide pos="6192"/>
        <p:guide pos="4752"/>
        <p:guide pos="1584"/>
      </p:guideLst>
    </p:cSldViewPr>
  </p:slideViewPr>
  <p:notesTextViewPr>
    <p:cViewPr>
      <p:scale>
        <a:sx n="100" d="100"/>
        <a:sy n="100" d="100"/>
      </p:scale>
      <p:origin x="0" y="0"/>
    </p:cViewPr>
  </p:notesTextViewPr>
  <p:notesViewPr>
    <p:cSldViewPr snapToGrid="0">
      <p:cViewPr varScale="1">
        <p:scale>
          <a:sx n="48" d="100"/>
          <a:sy n="48" d="100"/>
        </p:scale>
        <p:origin x="2728" y="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ribe MGySgt A (Fredo)" userId="ff77c511-f5fe-46e0-84ce-cfa3b6c676b6" providerId="ADAL" clId="{9BF3CC2D-5673-47EA-ADB4-1A69B9ED5299}"/>
    <pc:docChg chg="custSel modSld modMainMaster">
      <pc:chgData name="Uribe MGySgt A (Fredo)" userId="ff77c511-f5fe-46e0-84ce-cfa3b6c676b6" providerId="ADAL" clId="{9BF3CC2D-5673-47EA-ADB4-1A69B9ED5299}" dt="2024-07-21T15:58:59.205" v="286"/>
      <pc:docMkLst>
        <pc:docMk/>
      </pc:docMkLst>
      <pc:sldChg chg="addSp delSp modSp mod setBg chgLayout">
        <pc:chgData name="Uribe MGySgt A (Fredo)" userId="ff77c511-f5fe-46e0-84ce-cfa3b6c676b6" providerId="ADAL" clId="{9BF3CC2D-5673-47EA-ADB4-1A69B9ED5299}" dt="2024-07-21T15:58:59.205" v="286"/>
        <pc:sldMkLst>
          <pc:docMk/>
          <pc:sldMk cId="0" sldId="256"/>
        </pc:sldMkLst>
        <pc:spChg chg="del mod">
          <ac:chgData name="Uribe MGySgt A (Fredo)" userId="ff77c511-f5fe-46e0-84ce-cfa3b6c676b6" providerId="ADAL" clId="{9BF3CC2D-5673-47EA-ADB4-1A69B9ED5299}" dt="2024-07-21T15:48:27.519" v="129" actId="478"/>
          <ac:spMkLst>
            <pc:docMk/>
            <pc:sldMk cId="0" sldId="256"/>
            <ac:spMk id="26" creationId="{4834379E-D135-4E77-8ED3-C45AB1DB886F}"/>
          </ac:spMkLst>
        </pc:spChg>
        <pc:spChg chg="del mod">
          <ac:chgData name="Uribe MGySgt A (Fredo)" userId="ff77c511-f5fe-46e0-84ce-cfa3b6c676b6" providerId="ADAL" clId="{9BF3CC2D-5673-47EA-ADB4-1A69B9ED5299}" dt="2024-07-21T15:49:58.536" v="138" actId="478"/>
          <ac:spMkLst>
            <pc:docMk/>
            <pc:sldMk cId="0" sldId="256"/>
            <ac:spMk id="4099" creationId="{4834379E-D135-4E77-8ED3-C45AB1DB886F}"/>
          </ac:spMkLst>
        </pc:spChg>
        <pc:spChg chg="add del">
          <ac:chgData name="Uribe MGySgt A (Fredo)" userId="ff77c511-f5fe-46e0-84ce-cfa3b6c676b6" providerId="ADAL" clId="{9BF3CC2D-5673-47EA-ADB4-1A69B9ED5299}" dt="2024-07-21T15:49:35.896" v="136" actId="478"/>
          <ac:spMkLst>
            <pc:docMk/>
            <pc:sldMk cId="0" sldId="256"/>
            <ac:spMk id="4101" creationId="{58569354-1FB9-4380-9D58-DE781FBB6815}"/>
          </ac:spMkLst>
        </pc:spChg>
        <pc:spChg chg="mod">
          <ac:chgData name="Uribe MGySgt A (Fredo)" userId="ff77c511-f5fe-46e0-84ce-cfa3b6c676b6" providerId="ADAL" clId="{9BF3CC2D-5673-47EA-ADB4-1A69B9ED5299}" dt="2024-07-21T15:52:58.753" v="151" actId="1076"/>
          <ac:spMkLst>
            <pc:docMk/>
            <pc:sldMk cId="0" sldId="256"/>
            <ac:spMk id="4117" creationId="{897C6F50-8DF6-41EE-8841-1022E1B1F289}"/>
          </ac:spMkLst>
        </pc:spChg>
        <pc:spChg chg="mod">
          <ac:chgData name="Uribe MGySgt A (Fredo)" userId="ff77c511-f5fe-46e0-84ce-cfa3b6c676b6" providerId="ADAL" clId="{9BF3CC2D-5673-47EA-ADB4-1A69B9ED5299}" dt="2024-07-21T15:52:58.753" v="151" actId="1076"/>
          <ac:spMkLst>
            <pc:docMk/>
            <pc:sldMk cId="0" sldId="256"/>
            <ac:spMk id="4119" creationId="{B6CA88B9-7EF7-4EE9-889B-9CE18E89FE3A}"/>
          </ac:spMkLst>
        </pc:spChg>
        <pc:spChg chg="mod">
          <ac:chgData name="Uribe MGySgt A (Fredo)" userId="ff77c511-f5fe-46e0-84ce-cfa3b6c676b6" providerId="ADAL" clId="{9BF3CC2D-5673-47EA-ADB4-1A69B9ED5299}" dt="2024-07-21T15:52:58.753" v="151" actId="1076"/>
          <ac:spMkLst>
            <pc:docMk/>
            <pc:sldMk cId="0" sldId="256"/>
            <ac:spMk id="4120" creationId="{E3614205-77F7-4583-878B-562182E6A4CF}"/>
          </ac:spMkLst>
        </pc:spChg>
        <pc:spChg chg="mod">
          <ac:chgData name="Uribe MGySgt A (Fredo)" userId="ff77c511-f5fe-46e0-84ce-cfa3b6c676b6" providerId="ADAL" clId="{9BF3CC2D-5673-47EA-ADB4-1A69B9ED5299}" dt="2024-07-21T15:52:58.753" v="151" actId="1076"/>
          <ac:spMkLst>
            <pc:docMk/>
            <pc:sldMk cId="0" sldId="256"/>
            <ac:spMk id="4121" creationId="{B067DA23-0A1B-4E20-8A3E-54947B3DF8C3}"/>
          </ac:spMkLst>
        </pc:spChg>
        <pc:grpChg chg="mod">
          <ac:chgData name="Uribe MGySgt A (Fredo)" userId="ff77c511-f5fe-46e0-84ce-cfa3b6c676b6" providerId="ADAL" clId="{9BF3CC2D-5673-47EA-ADB4-1A69B9ED5299}" dt="2024-07-21T15:52:58.753" v="151" actId="1076"/>
          <ac:grpSpMkLst>
            <pc:docMk/>
            <pc:sldMk cId="0" sldId="256"/>
            <ac:grpSpMk id="4100" creationId="{E935EC45-7BF8-4E7D-B3F7-6877C61B1E33}"/>
          </ac:grpSpMkLst>
        </pc:grpChg>
        <pc:grpChg chg="mod">
          <ac:chgData name="Uribe MGySgt A (Fredo)" userId="ff77c511-f5fe-46e0-84ce-cfa3b6c676b6" providerId="ADAL" clId="{9BF3CC2D-5673-47EA-ADB4-1A69B9ED5299}" dt="2024-07-21T15:52:58.753" v="151" actId="1076"/>
          <ac:grpSpMkLst>
            <pc:docMk/>
            <pc:sldMk cId="0" sldId="256"/>
            <ac:grpSpMk id="4118" creationId="{95EDDE87-C53F-4BF9-89E6-001AAF37DF81}"/>
          </ac:grpSpMkLst>
        </pc:grpChg>
      </pc:sldChg>
      <pc:sldChg chg="setBg">
        <pc:chgData name="Uribe MGySgt A (Fredo)" userId="ff77c511-f5fe-46e0-84ce-cfa3b6c676b6" providerId="ADAL" clId="{9BF3CC2D-5673-47EA-ADB4-1A69B9ED5299}" dt="2024-07-21T15:27:27.655" v="41"/>
        <pc:sldMkLst>
          <pc:docMk/>
          <pc:sldMk cId="0" sldId="257"/>
        </pc:sldMkLst>
      </pc:sldChg>
      <pc:sldMasterChg chg="modSp setBg modSldLayout">
        <pc:chgData name="Uribe MGySgt A (Fredo)" userId="ff77c511-f5fe-46e0-84ce-cfa3b6c676b6" providerId="ADAL" clId="{9BF3CC2D-5673-47EA-ADB4-1A69B9ED5299}" dt="2024-07-21T15:58:32.564" v="261"/>
        <pc:sldMasterMkLst>
          <pc:docMk/>
          <pc:sldMasterMk cId="0" sldId="2147483648"/>
        </pc:sldMasterMkLst>
        <pc:picChg chg="mod">
          <ac:chgData name="Uribe MGySgt A (Fredo)" userId="ff77c511-f5fe-46e0-84ce-cfa3b6c676b6" providerId="ADAL" clId="{9BF3CC2D-5673-47EA-ADB4-1A69B9ED5299}" dt="2024-07-21T15:58:32.564" v="261"/>
          <ac:picMkLst>
            <pc:docMk/>
            <pc:sldMasterMk cId="0" sldId="2147483648"/>
            <ac:picMk id="1026" creationId="{F096BA3D-9CBF-49FC-B14F-4B09F913397E}"/>
          </ac:picMkLst>
        </pc:picChg>
        <pc:picChg chg="mod">
          <ac:chgData name="Uribe MGySgt A (Fredo)" userId="ff77c511-f5fe-46e0-84ce-cfa3b6c676b6" providerId="ADAL" clId="{9BF3CC2D-5673-47EA-ADB4-1A69B9ED5299}" dt="2024-07-21T15:58:27.452" v="260"/>
          <ac:picMkLst>
            <pc:docMk/>
            <pc:sldMasterMk cId="0" sldId="2147483648"/>
            <ac:picMk id="1027" creationId="{C3ED32B2-78CB-4F9D-894A-E3FB473CDA03}"/>
          </ac:picMkLst>
        </pc:picChg>
        <pc:sldLayoutChg chg="setBg">
          <pc:chgData name="Uribe MGySgt A (Fredo)" userId="ff77c511-f5fe-46e0-84ce-cfa3b6c676b6" providerId="ADAL" clId="{9BF3CC2D-5673-47EA-ADB4-1A69B9ED5299}" dt="2024-07-21T15:29:43.067" v="123"/>
          <pc:sldLayoutMkLst>
            <pc:docMk/>
            <pc:sldMasterMk cId="0" sldId="2147483648"/>
            <pc:sldLayoutMk cId="3135047747" sldId="2147483649"/>
          </pc:sldLayoutMkLst>
        </pc:sldLayoutChg>
        <pc:sldLayoutChg chg="setBg">
          <pc:chgData name="Uribe MGySgt A (Fredo)" userId="ff77c511-f5fe-46e0-84ce-cfa3b6c676b6" providerId="ADAL" clId="{9BF3CC2D-5673-47EA-ADB4-1A69B9ED5299}" dt="2024-07-21T15:29:43.067" v="123"/>
          <pc:sldLayoutMkLst>
            <pc:docMk/>
            <pc:sldMasterMk cId="0" sldId="2147483648"/>
            <pc:sldLayoutMk cId="2102660399" sldId="2147483650"/>
          </pc:sldLayoutMkLst>
        </pc:sldLayoutChg>
        <pc:sldLayoutChg chg="setBg">
          <pc:chgData name="Uribe MGySgt A (Fredo)" userId="ff77c511-f5fe-46e0-84ce-cfa3b6c676b6" providerId="ADAL" clId="{9BF3CC2D-5673-47EA-ADB4-1A69B9ED5299}" dt="2024-07-21T15:29:43.067" v="123"/>
          <pc:sldLayoutMkLst>
            <pc:docMk/>
            <pc:sldMasterMk cId="0" sldId="2147483648"/>
            <pc:sldLayoutMk cId="2898010389" sldId="2147483651"/>
          </pc:sldLayoutMkLst>
        </pc:sldLayoutChg>
        <pc:sldLayoutChg chg="setBg">
          <pc:chgData name="Uribe MGySgt A (Fredo)" userId="ff77c511-f5fe-46e0-84ce-cfa3b6c676b6" providerId="ADAL" clId="{9BF3CC2D-5673-47EA-ADB4-1A69B9ED5299}" dt="2024-07-21T15:29:43.067" v="123"/>
          <pc:sldLayoutMkLst>
            <pc:docMk/>
            <pc:sldMasterMk cId="0" sldId="2147483648"/>
            <pc:sldLayoutMk cId="1614038967" sldId="2147483652"/>
          </pc:sldLayoutMkLst>
        </pc:sldLayoutChg>
        <pc:sldLayoutChg chg="setBg">
          <pc:chgData name="Uribe MGySgt A (Fredo)" userId="ff77c511-f5fe-46e0-84ce-cfa3b6c676b6" providerId="ADAL" clId="{9BF3CC2D-5673-47EA-ADB4-1A69B9ED5299}" dt="2024-07-21T15:29:43.067" v="123"/>
          <pc:sldLayoutMkLst>
            <pc:docMk/>
            <pc:sldMasterMk cId="0" sldId="2147483648"/>
            <pc:sldLayoutMk cId="2803826418" sldId="2147483653"/>
          </pc:sldLayoutMkLst>
        </pc:sldLayoutChg>
        <pc:sldLayoutChg chg="setBg">
          <pc:chgData name="Uribe MGySgt A (Fredo)" userId="ff77c511-f5fe-46e0-84ce-cfa3b6c676b6" providerId="ADAL" clId="{9BF3CC2D-5673-47EA-ADB4-1A69B9ED5299}" dt="2024-07-21T15:29:43.067" v="123"/>
          <pc:sldLayoutMkLst>
            <pc:docMk/>
            <pc:sldMasterMk cId="0" sldId="2147483648"/>
            <pc:sldLayoutMk cId="2053952755" sldId="2147483654"/>
          </pc:sldLayoutMkLst>
        </pc:sldLayoutChg>
        <pc:sldLayoutChg chg="setBg">
          <pc:chgData name="Uribe MGySgt A (Fredo)" userId="ff77c511-f5fe-46e0-84ce-cfa3b6c676b6" providerId="ADAL" clId="{9BF3CC2D-5673-47EA-ADB4-1A69B9ED5299}" dt="2024-07-21T15:29:43.067" v="123"/>
          <pc:sldLayoutMkLst>
            <pc:docMk/>
            <pc:sldMasterMk cId="0" sldId="2147483648"/>
            <pc:sldLayoutMk cId="719217258" sldId="2147483655"/>
          </pc:sldLayoutMkLst>
        </pc:sldLayoutChg>
        <pc:sldLayoutChg chg="setBg">
          <pc:chgData name="Uribe MGySgt A (Fredo)" userId="ff77c511-f5fe-46e0-84ce-cfa3b6c676b6" providerId="ADAL" clId="{9BF3CC2D-5673-47EA-ADB4-1A69B9ED5299}" dt="2024-07-21T15:29:43.067" v="123"/>
          <pc:sldLayoutMkLst>
            <pc:docMk/>
            <pc:sldMasterMk cId="0" sldId="2147483648"/>
            <pc:sldLayoutMk cId="2979213038" sldId="2147483656"/>
          </pc:sldLayoutMkLst>
        </pc:sldLayoutChg>
        <pc:sldLayoutChg chg="setBg">
          <pc:chgData name="Uribe MGySgt A (Fredo)" userId="ff77c511-f5fe-46e0-84ce-cfa3b6c676b6" providerId="ADAL" clId="{9BF3CC2D-5673-47EA-ADB4-1A69B9ED5299}" dt="2024-07-21T15:29:43.067" v="123"/>
          <pc:sldLayoutMkLst>
            <pc:docMk/>
            <pc:sldMasterMk cId="0" sldId="2147483648"/>
            <pc:sldLayoutMk cId="3484786681" sldId="2147483657"/>
          </pc:sldLayoutMkLst>
        </pc:sldLayoutChg>
        <pc:sldLayoutChg chg="setBg">
          <pc:chgData name="Uribe MGySgt A (Fredo)" userId="ff77c511-f5fe-46e0-84ce-cfa3b6c676b6" providerId="ADAL" clId="{9BF3CC2D-5673-47EA-ADB4-1A69B9ED5299}" dt="2024-07-21T15:29:43.067" v="123"/>
          <pc:sldLayoutMkLst>
            <pc:docMk/>
            <pc:sldMasterMk cId="0" sldId="2147483648"/>
            <pc:sldLayoutMk cId="1508706533" sldId="2147483658"/>
          </pc:sldLayoutMkLst>
        </pc:sldLayoutChg>
        <pc:sldLayoutChg chg="setBg">
          <pc:chgData name="Uribe MGySgt A (Fredo)" userId="ff77c511-f5fe-46e0-84ce-cfa3b6c676b6" providerId="ADAL" clId="{9BF3CC2D-5673-47EA-ADB4-1A69B9ED5299}" dt="2024-07-21T15:29:43.067" v="123"/>
          <pc:sldLayoutMkLst>
            <pc:docMk/>
            <pc:sldMasterMk cId="0" sldId="2147483648"/>
            <pc:sldLayoutMk cId="1288540729" sldId="2147483659"/>
          </pc:sldLayoutMkLst>
        </pc:sldLayoutChg>
      </pc:sldMasterChg>
      <pc:sldMasterChg chg="addSp">
        <pc:chgData name="Uribe MGySgt A (Fredo)" userId="ff77c511-f5fe-46e0-84ce-cfa3b6c676b6" providerId="ADAL" clId="{9BF3CC2D-5673-47EA-ADB4-1A69B9ED5299}" dt="2024-07-21T15:46:09.924" v="126"/>
        <pc:sldMasterMkLst>
          <pc:docMk/>
          <pc:sldMasterMk cId="449424736" sldId="2147483660"/>
        </pc:sldMasterMkLst>
        <pc:spChg chg="add">
          <ac:chgData name="Uribe MGySgt A (Fredo)" userId="ff77c511-f5fe-46e0-84ce-cfa3b6c676b6" providerId="ADAL" clId="{9BF3CC2D-5673-47EA-ADB4-1A69B9ED5299}" dt="2024-07-21T15:46:09.924" v="126"/>
          <ac:spMkLst>
            <pc:docMk/>
            <pc:sldMasterMk cId="449424736" sldId="2147483660"/>
            <ac:spMk id="9" creationId="{EF7119FC-5225-D870-97E1-3D52D66EC9FA}"/>
          </ac:spMkLst>
        </pc:spChg>
        <pc:spChg chg="add">
          <ac:chgData name="Uribe MGySgt A (Fredo)" userId="ff77c511-f5fe-46e0-84ce-cfa3b6c676b6" providerId="ADAL" clId="{9BF3CC2D-5673-47EA-ADB4-1A69B9ED5299}" dt="2024-07-21T15:46:09.924" v="126"/>
          <ac:spMkLst>
            <pc:docMk/>
            <pc:sldMasterMk cId="449424736" sldId="2147483660"/>
            <ac:spMk id="10" creationId="{81817299-3E02-F690-EEA7-0758436A8E63}"/>
          </ac:spMkLst>
        </pc:spChg>
        <pc:picChg chg="add">
          <ac:chgData name="Uribe MGySgt A (Fredo)" userId="ff77c511-f5fe-46e0-84ce-cfa3b6c676b6" providerId="ADAL" clId="{9BF3CC2D-5673-47EA-ADB4-1A69B9ED5299}" dt="2024-07-21T15:46:09.924" v="126"/>
          <ac:picMkLst>
            <pc:docMk/>
            <pc:sldMasterMk cId="449424736" sldId="2147483660"/>
            <ac:picMk id="7" creationId="{E0DAE54E-F31F-F3DD-BBEA-DEAACDF95EB4}"/>
          </ac:picMkLst>
        </pc:picChg>
        <pc:picChg chg="add">
          <ac:chgData name="Uribe MGySgt A (Fredo)" userId="ff77c511-f5fe-46e0-84ce-cfa3b6c676b6" providerId="ADAL" clId="{9BF3CC2D-5673-47EA-ADB4-1A69B9ED5299}" dt="2024-07-21T15:46:09.924" v="126"/>
          <ac:picMkLst>
            <pc:docMk/>
            <pc:sldMasterMk cId="449424736" sldId="2147483660"/>
            <ac:picMk id="8" creationId="{A610C084-816A-E748-CAD9-2BBD20C79C30}"/>
          </ac:picMkLst>
        </pc:picChg>
      </pc:sldMasterChg>
      <pc:sldMasterChg chg="addSp">
        <pc:chgData name="Uribe MGySgt A (Fredo)" userId="ff77c511-f5fe-46e0-84ce-cfa3b6c676b6" providerId="ADAL" clId="{9BF3CC2D-5673-47EA-ADB4-1A69B9ED5299}" dt="2024-07-21T15:46:11.691" v="127"/>
        <pc:sldMasterMkLst>
          <pc:docMk/>
          <pc:sldMasterMk cId="1784895927" sldId="2147483672"/>
        </pc:sldMasterMkLst>
        <pc:spChg chg="add">
          <ac:chgData name="Uribe MGySgt A (Fredo)" userId="ff77c511-f5fe-46e0-84ce-cfa3b6c676b6" providerId="ADAL" clId="{9BF3CC2D-5673-47EA-ADB4-1A69B9ED5299}" dt="2024-07-21T15:46:11.691" v="127"/>
          <ac:spMkLst>
            <pc:docMk/>
            <pc:sldMasterMk cId="1784895927" sldId="2147483672"/>
            <ac:spMk id="9" creationId="{64889A79-C74D-492C-1524-92793785320A}"/>
          </ac:spMkLst>
        </pc:spChg>
        <pc:spChg chg="add">
          <ac:chgData name="Uribe MGySgt A (Fredo)" userId="ff77c511-f5fe-46e0-84ce-cfa3b6c676b6" providerId="ADAL" clId="{9BF3CC2D-5673-47EA-ADB4-1A69B9ED5299}" dt="2024-07-21T15:46:11.691" v="127"/>
          <ac:spMkLst>
            <pc:docMk/>
            <pc:sldMasterMk cId="1784895927" sldId="2147483672"/>
            <ac:spMk id="10" creationId="{0233DC0A-FCEF-5BA0-AF80-99DFDA6CD8E9}"/>
          </ac:spMkLst>
        </pc:spChg>
        <pc:picChg chg="add">
          <ac:chgData name="Uribe MGySgt A (Fredo)" userId="ff77c511-f5fe-46e0-84ce-cfa3b6c676b6" providerId="ADAL" clId="{9BF3CC2D-5673-47EA-ADB4-1A69B9ED5299}" dt="2024-07-21T15:46:11.691" v="127"/>
          <ac:picMkLst>
            <pc:docMk/>
            <pc:sldMasterMk cId="1784895927" sldId="2147483672"/>
            <ac:picMk id="7" creationId="{BD576443-8851-07FC-61DB-7851E829AADB}"/>
          </ac:picMkLst>
        </pc:picChg>
        <pc:picChg chg="add">
          <ac:chgData name="Uribe MGySgt A (Fredo)" userId="ff77c511-f5fe-46e0-84ce-cfa3b6c676b6" providerId="ADAL" clId="{9BF3CC2D-5673-47EA-ADB4-1A69B9ED5299}" dt="2024-07-21T15:46:11.691" v="127"/>
          <ac:picMkLst>
            <pc:docMk/>
            <pc:sldMasterMk cId="1784895927" sldId="2147483672"/>
            <ac:picMk id="8" creationId="{374F02CC-B4BA-1C65-73FB-7DC038B6AC25}"/>
          </ac:picMkLst>
        </pc:pic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A37AED-3B99-488E-9170-3C4C2BCC6709}"/>
              </a:ext>
            </a:extLst>
          </p:cNvPr>
          <p:cNvSpPr>
            <a:spLocks noGrp="1"/>
          </p:cNvSpPr>
          <p:nvPr>
            <p:ph type="hdr" sz="quarter"/>
          </p:nvPr>
        </p:nvSpPr>
        <p:spPr>
          <a:xfrm>
            <a:off x="0" y="0"/>
            <a:ext cx="3042390" cy="464183"/>
          </a:xfrm>
          <a:prstGeom prst="rect">
            <a:avLst/>
          </a:prstGeom>
        </p:spPr>
        <p:txBody>
          <a:bodyPr vert="horz" lIns="91368" tIns="45683" rIns="91368" bIns="45683"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E1145B4D-8307-4C10-93F6-C6D8A43CDE8D}"/>
              </a:ext>
            </a:extLst>
          </p:cNvPr>
          <p:cNvSpPr>
            <a:spLocks noGrp="1"/>
          </p:cNvSpPr>
          <p:nvPr>
            <p:ph type="dt" sz="quarter" idx="1"/>
          </p:nvPr>
        </p:nvSpPr>
        <p:spPr>
          <a:xfrm>
            <a:off x="3979120" y="0"/>
            <a:ext cx="3042390" cy="464183"/>
          </a:xfrm>
          <a:prstGeom prst="rect">
            <a:avLst/>
          </a:prstGeom>
        </p:spPr>
        <p:txBody>
          <a:bodyPr vert="horz" lIns="91368" tIns="45683" rIns="91368" bIns="45683" rtlCol="0"/>
          <a:lstStyle>
            <a:lvl1pPr algn="r" eaLnBrk="1" hangingPunct="1">
              <a:defRPr sz="1200">
                <a:latin typeface="Arial" charset="0"/>
              </a:defRPr>
            </a:lvl1pPr>
          </a:lstStyle>
          <a:p>
            <a:pPr>
              <a:defRPr/>
            </a:pPr>
            <a:fld id="{1CCFB7FA-6B82-4221-A956-071138439A9C}" type="datetimeFigureOut">
              <a:rPr lang="en-US"/>
              <a:pPr>
                <a:defRPr/>
              </a:pPr>
              <a:t>7/21/2024</a:t>
            </a:fld>
            <a:endParaRPr lang="en-US" dirty="0"/>
          </a:p>
        </p:txBody>
      </p:sp>
      <p:sp>
        <p:nvSpPr>
          <p:cNvPr id="4" name="Footer Placeholder 3">
            <a:extLst>
              <a:ext uri="{FF2B5EF4-FFF2-40B4-BE49-F238E27FC236}">
                <a16:creationId xmlns:a16="http://schemas.microsoft.com/office/drawing/2014/main" id="{656FED80-B25C-49FA-B250-78DB4A2CB441}"/>
              </a:ext>
            </a:extLst>
          </p:cNvPr>
          <p:cNvSpPr>
            <a:spLocks noGrp="1"/>
          </p:cNvSpPr>
          <p:nvPr>
            <p:ph type="ftr" sz="quarter" idx="2"/>
          </p:nvPr>
        </p:nvSpPr>
        <p:spPr>
          <a:xfrm>
            <a:off x="0" y="8843328"/>
            <a:ext cx="3042390" cy="464183"/>
          </a:xfrm>
          <a:prstGeom prst="rect">
            <a:avLst/>
          </a:prstGeom>
        </p:spPr>
        <p:txBody>
          <a:bodyPr vert="horz" lIns="91368" tIns="45683" rIns="91368" bIns="45683" rtlCol="0" anchor="b"/>
          <a:lstStyle>
            <a:lvl1pPr algn="l" eaLnBrk="1" hangingPunct="1">
              <a:defRPr sz="1200">
                <a:latin typeface="Arial" charset="0"/>
              </a:defRPr>
            </a:lvl1pPr>
          </a:lstStyle>
          <a:p>
            <a:pPr>
              <a:defRPr/>
            </a:pPr>
            <a:endParaRPr lang="en-US"/>
          </a:p>
        </p:txBody>
      </p:sp>
      <p:sp>
        <p:nvSpPr>
          <p:cNvPr id="5" name="Slide Number Placeholder 4">
            <a:extLst>
              <a:ext uri="{FF2B5EF4-FFF2-40B4-BE49-F238E27FC236}">
                <a16:creationId xmlns:a16="http://schemas.microsoft.com/office/drawing/2014/main" id="{20CFDA5D-911D-4EBB-8B63-AA315BEC3D9F}"/>
              </a:ext>
            </a:extLst>
          </p:cNvPr>
          <p:cNvSpPr>
            <a:spLocks noGrp="1"/>
          </p:cNvSpPr>
          <p:nvPr>
            <p:ph type="sldNum" sz="quarter" idx="3"/>
          </p:nvPr>
        </p:nvSpPr>
        <p:spPr>
          <a:xfrm>
            <a:off x="3979120" y="8843328"/>
            <a:ext cx="3042390" cy="464183"/>
          </a:xfrm>
          <a:prstGeom prst="rect">
            <a:avLst/>
          </a:prstGeom>
        </p:spPr>
        <p:txBody>
          <a:bodyPr vert="horz" wrap="square" lIns="91368" tIns="45683" rIns="91368" bIns="45683" numCol="1" anchor="b" anchorCtr="0" compatLnSpc="1">
            <a:prstTxWarp prst="textNoShape">
              <a:avLst/>
            </a:prstTxWarp>
          </a:bodyPr>
          <a:lstStyle>
            <a:lvl1pPr algn="r" eaLnBrk="1" hangingPunct="1">
              <a:defRPr sz="1200"/>
            </a:lvl1pPr>
          </a:lstStyle>
          <a:p>
            <a:pPr>
              <a:defRPr/>
            </a:pPr>
            <a:fld id="{3A74EC68-FD90-4907-A8B2-659008D11D8D}" type="slidenum">
              <a:rPr lang="en-US" altLang="en-US"/>
              <a:pPr>
                <a:defRPr/>
              </a:pPr>
              <a:t>‹#›</a:t>
            </a:fld>
            <a:endParaRPr lang="en-US" altLang="en-US" dirty="0"/>
          </a:p>
        </p:txBody>
      </p:sp>
    </p:spTree>
    <p:extLst>
      <p:ext uri="{BB962C8B-B14F-4D97-AF65-F5344CB8AC3E}">
        <p14:creationId xmlns:p14="http://schemas.microsoft.com/office/powerpoint/2010/main" val="212494383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4CD2C5-6BF8-4639-80EE-CE6BAF136D43}"/>
              </a:ext>
            </a:extLst>
          </p:cNvPr>
          <p:cNvSpPr>
            <a:spLocks noGrp="1"/>
          </p:cNvSpPr>
          <p:nvPr>
            <p:ph type="hdr" sz="quarter"/>
          </p:nvPr>
        </p:nvSpPr>
        <p:spPr>
          <a:xfrm>
            <a:off x="0" y="0"/>
            <a:ext cx="3042390" cy="464183"/>
          </a:xfrm>
          <a:prstGeom prst="rect">
            <a:avLst/>
          </a:prstGeom>
        </p:spPr>
        <p:txBody>
          <a:bodyPr vert="horz" lIns="91368" tIns="45683" rIns="91368" bIns="45683"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6632A761-F044-4EE1-8251-F90C3771EDE5}"/>
              </a:ext>
            </a:extLst>
          </p:cNvPr>
          <p:cNvSpPr>
            <a:spLocks noGrp="1"/>
          </p:cNvSpPr>
          <p:nvPr>
            <p:ph type="dt" idx="1"/>
          </p:nvPr>
        </p:nvSpPr>
        <p:spPr>
          <a:xfrm>
            <a:off x="3979120" y="0"/>
            <a:ext cx="3042390" cy="464183"/>
          </a:xfrm>
          <a:prstGeom prst="rect">
            <a:avLst/>
          </a:prstGeom>
        </p:spPr>
        <p:txBody>
          <a:bodyPr vert="horz" lIns="91368" tIns="45683" rIns="91368" bIns="45683" rtlCol="0"/>
          <a:lstStyle>
            <a:lvl1pPr algn="r" eaLnBrk="1" hangingPunct="1">
              <a:defRPr sz="1200">
                <a:latin typeface="Arial" charset="0"/>
              </a:defRPr>
            </a:lvl1pPr>
          </a:lstStyle>
          <a:p>
            <a:pPr>
              <a:defRPr/>
            </a:pPr>
            <a:fld id="{870A89D8-5C3D-42B6-B9CC-FC4E3F92BFA5}" type="datetimeFigureOut">
              <a:rPr lang="en-US"/>
              <a:pPr>
                <a:defRPr/>
              </a:pPr>
              <a:t>7/21/2024</a:t>
            </a:fld>
            <a:endParaRPr lang="en-US" dirty="0"/>
          </a:p>
        </p:txBody>
      </p:sp>
      <p:sp>
        <p:nvSpPr>
          <p:cNvPr id="4" name="Slide Image Placeholder 3">
            <a:extLst>
              <a:ext uri="{FF2B5EF4-FFF2-40B4-BE49-F238E27FC236}">
                <a16:creationId xmlns:a16="http://schemas.microsoft.com/office/drawing/2014/main" id="{AB1A808A-1ECF-4686-98B5-255C7FDB148D}"/>
              </a:ext>
            </a:extLst>
          </p:cNvPr>
          <p:cNvSpPr>
            <a:spLocks noGrp="1" noRot="1" noChangeAspect="1"/>
          </p:cNvSpPr>
          <p:nvPr>
            <p:ph type="sldImg" idx="2"/>
          </p:nvPr>
        </p:nvSpPr>
        <p:spPr>
          <a:xfrm>
            <a:off x="1252538" y="698500"/>
            <a:ext cx="4518025" cy="3490913"/>
          </a:xfrm>
          <a:prstGeom prst="rect">
            <a:avLst/>
          </a:prstGeom>
          <a:noFill/>
          <a:ln w="12700">
            <a:solidFill>
              <a:prstClr val="black"/>
            </a:solidFill>
          </a:ln>
        </p:spPr>
        <p:txBody>
          <a:bodyPr vert="horz" lIns="91368" tIns="45683" rIns="91368" bIns="45683" rtlCol="0" anchor="ctr"/>
          <a:lstStyle/>
          <a:p>
            <a:pPr lvl="0"/>
            <a:endParaRPr lang="en-US" noProof="0" dirty="0"/>
          </a:p>
        </p:txBody>
      </p:sp>
      <p:sp>
        <p:nvSpPr>
          <p:cNvPr id="5" name="Notes Placeholder 4">
            <a:extLst>
              <a:ext uri="{FF2B5EF4-FFF2-40B4-BE49-F238E27FC236}">
                <a16:creationId xmlns:a16="http://schemas.microsoft.com/office/drawing/2014/main" id="{07425562-4D77-44BF-818B-BE8CE1212050}"/>
              </a:ext>
            </a:extLst>
          </p:cNvPr>
          <p:cNvSpPr>
            <a:spLocks noGrp="1"/>
          </p:cNvSpPr>
          <p:nvPr>
            <p:ph type="body" sz="quarter" idx="3"/>
          </p:nvPr>
        </p:nvSpPr>
        <p:spPr>
          <a:xfrm>
            <a:off x="702946" y="4422459"/>
            <a:ext cx="5617208" cy="4188778"/>
          </a:xfrm>
          <a:prstGeom prst="rect">
            <a:avLst/>
          </a:prstGeom>
        </p:spPr>
        <p:txBody>
          <a:bodyPr vert="horz" lIns="91368" tIns="45683" rIns="91368" bIns="45683"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9C5172E5-B0C4-45D7-B41C-75C10D99DB06}"/>
              </a:ext>
            </a:extLst>
          </p:cNvPr>
          <p:cNvSpPr>
            <a:spLocks noGrp="1"/>
          </p:cNvSpPr>
          <p:nvPr>
            <p:ph type="ftr" sz="quarter" idx="4"/>
          </p:nvPr>
        </p:nvSpPr>
        <p:spPr>
          <a:xfrm>
            <a:off x="0" y="8843328"/>
            <a:ext cx="3042390" cy="464183"/>
          </a:xfrm>
          <a:prstGeom prst="rect">
            <a:avLst/>
          </a:prstGeom>
        </p:spPr>
        <p:txBody>
          <a:bodyPr vert="horz" lIns="91368" tIns="45683" rIns="91368" bIns="45683"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6CBD9DBC-9122-4114-8746-B7B46081B645}"/>
              </a:ext>
            </a:extLst>
          </p:cNvPr>
          <p:cNvSpPr>
            <a:spLocks noGrp="1"/>
          </p:cNvSpPr>
          <p:nvPr>
            <p:ph type="sldNum" sz="quarter" idx="5"/>
          </p:nvPr>
        </p:nvSpPr>
        <p:spPr>
          <a:xfrm>
            <a:off x="3979120" y="8843328"/>
            <a:ext cx="3042390" cy="464183"/>
          </a:xfrm>
          <a:prstGeom prst="rect">
            <a:avLst/>
          </a:prstGeom>
        </p:spPr>
        <p:txBody>
          <a:bodyPr vert="horz" wrap="square" lIns="91368" tIns="45683" rIns="91368" bIns="45683" numCol="1" anchor="b" anchorCtr="0" compatLnSpc="1">
            <a:prstTxWarp prst="textNoShape">
              <a:avLst/>
            </a:prstTxWarp>
          </a:bodyPr>
          <a:lstStyle>
            <a:lvl1pPr algn="r" eaLnBrk="1" hangingPunct="1">
              <a:defRPr sz="1200"/>
            </a:lvl1pPr>
          </a:lstStyle>
          <a:p>
            <a:pPr>
              <a:defRPr/>
            </a:pPr>
            <a:fld id="{E7BADB54-C619-4E8F-BC43-B438B812213A}" type="slidenum">
              <a:rPr lang="en-US" altLang="en-US"/>
              <a:pPr>
                <a:defRPr/>
              </a:pPr>
              <a:t>‹#›</a:t>
            </a:fld>
            <a:endParaRPr lang="en-US" altLang="en-US" dirty="0"/>
          </a:p>
        </p:txBody>
      </p:sp>
    </p:spTree>
    <p:extLst>
      <p:ext uri="{BB962C8B-B14F-4D97-AF65-F5344CB8AC3E}">
        <p14:creationId xmlns:p14="http://schemas.microsoft.com/office/powerpoint/2010/main" val="179168009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7BADB54-C619-4E8F-BC43-B438B812213A}" type="slidenum">
              <a:rPr lang="en-US" altLang="en-US" smtClean="0"/>
              <a:pPr>
                <a:defRPr/>
              </a:pPr>
              <a:t>1</a:t>
            </a:fld>
            <a:endParaRPr lang="en-US" altLang="en-US" dirty="0"/>
          </a:p>
        </p:txBody>
      </p:sp>
    </p:spTree>
    <p:extLst>
      <p:ext uri="{BB962C8B-B14F-4D97-AF65-F5344CB8AC3E}">
        <p14:creationId xmlns:p14="http://schemas.microsoft.com/office/powerpoint/2010/main" val="2465482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0EF29437-6B28-4CAE-966A-5FCB993FD09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E6C6A178-173B-4225-9356-255E48A539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6148" name="Slide Number Placeholder 3">
            <a:extLst>
              <a:ext uri="{FF2B5EF4-FFF2-40B4-BE49-F238E27FC236}">
                <a16:creationId xmlns:a16="http://schemas.microsoft.com/office/drawing/2014/main" id="{A6D7B8CA-F6A8-4E12-ADA8-6974A71B1F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39295" indent="-282999">
              <a:spcBef>
                <a:spcPct val="30000"/>
              </a:spcBef>
              <a:defRPr sz="1200">
                <a:solidFill>
                  <a:schemeClr val="tx1"/>
                </a:solidFill>
                <a:latin typeface="Calibri" panose="020F0502020204030204" pitchFamily="34" charset="0"/>
              </a:defRPr>
            </a:lvl2pPr>
            <a:lvl3pPr marL="1139945" indent="-225763">
              <a:spcBef>
                <a:spcPct val="30000"/>
              </a:spcBef>
              <a:defRPr sz="1200">
                <a:solidFill>
                  <a:schemeClr val="tx1"/>
                </a:solidFill>
                <a:latin typeface="Calibri" panose="020F0502020204030204" pitchFamily="34" charset="0"/>
              </a:defRPr>
            </a:lvl3pPr>
            <a:lvl4pPr marL="1596241" indent="-225763">
              <a:spcBef>
                <a:spcPct val="30000"/>
              </a:spcBef>
              <a:defRPr sz="1200">
                <a:solidFill>
                  <a:schemeClr val="tx1"/>
                </a:solidFill>
                <a:latin typeface="Calibri" panose="020F0502020204030204" pitchFamily="34" charset="0"/>
              </a:defRPr>
            </a:lvl4pPr>
            <a:lvl5pPr marL="2054127" indent="-225763">
              <a:spcBef>
                <a:spcPct val="30000"/>
              </a:spcBef>
              <a:defRPr sz="1200">
                <a:solidFill>
                  <a:schemeClr val="tx1"/>
                </a:solidFill>
                <a:latin typeface="Calibri" panose="020F0502020204030204" pitchFamily="34" charset="0"/>
              </a:defRPr>
            </a:lvl5pPr>
            <a:lvl6pPr marL="2512012" indent="-225763" eaLnBrk="0" fontAlgn="base" hangingPunct="0">
              <a:spcBef>
                <a:spcPct val="30000"/>
              </a:spcBef>
              <a:spcAft>
                <a:spcPct val="0"/>
              </a:spcAft>
              <a:defRPr sz="1200">
                <a:solidFill>
                  <a:schemeClr val="tx1"/>
                </a:solidFill>
                <a:latin typeface="Calibri" panose="020F0502020204030204" pitchFamily="34" charset="0"/>
              </a:defRPr>
            </a:lvl6pPr>
            <a:lvl7pPr marL="2969898" indent="-225763" eaLnBrk="0" fontAlgn="base" hangingPunct="0">
              <a:spcBef>
                <a:spcPct val="30000"/>
              </a:spcBef>
              <a:spcAft>
                <a:spcPct val="0"/>
              </a:spcAft>
              <a:defRPr sz="1200">
                <a:solidFill>
                  <a:schemeClr val="tx1"/>
                </a:solidFill>
                <a:latin typeface="Calibri" panose="020F0502020204030204" pitchFamily="34" charset="0"/>
              </a:defRPr>
            </a:lvl7pPr>
            <a:lvl8pPr marL="3427784" indent="-225763" eaLnBrk="0" fontAlgn="base" hangingPunct="0">
              <a:spcBef>
                <a:spcPct val="30000"/>
              </a:spcBef>
              <a:spcAft>
                <a:spcPct val="0"/>
              </a:spcAft>
              <a:defRPr sz="1200">
                <a:solidFill>
                  <a:schemeClr val="tx1"/>
                </a:solidFill>
                <a:latin typeface="Calibri" panose="020F0502020204030204" pitchFamily="34" charset="0"/>
              </a:defRPr>
            </a:lvl8pPr>
            <a:lvl9pPr marL="3885670" indent="-225763"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7F8E626-4294-47C0-83B9-C16E1E858DD2}" type="slidenum">
              <a:rPr lang="en-US" altLang="en-US" smtClean="0">
                <a:latin typeface="Arial" panose="020B0604020202020204" pitchFamily="34" charset="0"/>
              </a:rPr>
              <a:pPr>
                <a:spcBef>
                  <a:spcPct val="0"/>
                </a:spcBef>
              </a:pPr>
              <a:t>2</a:t>
            </a:fld>
            <a:endParaRPr lang="en-US" altLang="en-US">
              <a:latin typeface="Arial" panose="020B0604020202020204" pitchFamily="34" charset="0"/>
            </a:endParaRPr>
          </a:p>
        </p:txBody>
      </p:sp>
    </p:spTree>
    <p:extLst>
      <p:ext uri="{BB962C8B-B14F-4D97-AF65-F5344CB8AC3E}">
        <p14:creationId xmlns:p14="http://schemas.microsoft.com/office/powerpoint/2010/main" val="773064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063" y="2414588"/>
            <a:ext cx="8550275" cy="1665287"/>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508125" y="4403725"/>
            <a:ext cx="7042150" cy="19875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135047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3238" y="311150"/>
            <a:ext cx="9051925" cy="12954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503238" y="1812925"/>
            <a:ext cx="9051925" cy="5130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2660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5338" y="4994275"/>
            <a:ext cx="8548687" cy="1544638"/>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5338" y="3294063"/>
            <a:ext cx="8548687" cy="1700212"/>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898010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03238" y="311150"/>
            <a:ext cx="9051925" cy="12954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503238" y="1812925"/>
            <a:ext cx="4449762" cy="51308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5400" y="1812925"/>
            <a:ext cx="4449763" cy="51308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4038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3238" y="311150"/>
            <a:ext cx="9051925" cy="12954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3238" y="1739900"/>
            <a:ext cx="4443412" cy="72548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3238" y="2465388"/>
            <a:ext cx="4443412" cy="4478337"/>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10163" y="1739900"/>
            <a:ext cx="4445000" cy="72548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0163" y="2465388"/>
            <a:ext cx="4445000" cy="4478337"/>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3826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3238" y="311150"/>
            <a:ext cx="9051925" cy="12954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053952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19217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238" y="309563"/>
            <a:ext cx="3308350" cy="1317625"/>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32238" y="309563"/>
            <a:ext cx="5622925" cy="66341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3238" y="1627188"/>
            <a:ext cx="3308350" cy="53165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79213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1675" y="5440363"/>
            <a:ext cx="6035675" cy="642937"/>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71675" y="693738"/>
            <a:ext cx="6035675" cy="46640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971675" y="6083300"/>
            <a:ext cx="6035675" cy="9112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84786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3238" y="311150"/>
            <a:ext cx="9051925" cy="12954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03238" y="1812925"/>
            <a:ext cx="9051925" cy="513080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8706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92975" y="311150"/>
            <a:ext cx="2262188" cy="663257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03238" y="311150"/>
            <a:ext cx="6637337" cy="66325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8540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0000"/>
            <a:lum/>
            <a:extLst>
              <a:ext uri="{BEBA8EAE-BF5A-486C-A8C5-ECC9F3942E4B}">
                <a14:imgProps xmlns:a14="http://schemas.microsoft.com/office/drawing/2010/main">
                  <a14:imgLayer r:embed="rId14">
                    <a14:imgEffect>
                      <a14:artisticMarker trans="40000"/>
                    </a14:imgEffect>
                    <a14:imgEffect>
                      <a14:colorTemperature colorTemp="6100"/>
                    </a14:imgEffect>
                    <a14:imgEffect>
                      <a14:saturation sat="105000"/>
                    </a14:imgEffect>
                    <a14:imgEffect>
                      <a14:brightnessContrast bright="41000" contrast="3000"/>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pic>
        <p:nvPicPr>
          <p:cNvPr id="1026" name="Picture 31" descr="talabheim_paper">
            <a:extLst>
              <a:ext uri="{FF2B5EF4-FFF2-40B4-BE49-F238E27FC236}">
                <a16:creationId xmlns:a16="http://schemas.microsoft.com/office/drawing/2014/main" id="{F096BA3D-9CBF-49FC-B14F-4B09F913397E}"/>
              </a:ext>
            </a:extLst>
          </p:cNvPr>
          <p:cNvPicPr>
            <a:picLocks noChangeAspect="1" noChangeArrowheads="1"/>
          </p:cNvPicPr>
          <p:nvPr userDrawn="1"/>
        </p:nvPicPr>
        <p:blipFill>
          <a:blip r:embed="rId15">
            <a:alphaModFix amt="85000"/>
            <a:extLst>
              <a:ext uri="{28A0092B-C50C-407E-A947-70E740481C1C}">
                <a14:useLocalDpi xmlns:a14="http://schemas.microsoft.com/office/drawing/2010/main" val="0"/>
              </a:ext>
            </a:extLst>
          </a:blip>
          <a:srcRect l="6686" t="5356" r="6717" b="4926"/>
          <a:stretch>
            <a:fillRect/>
          </a:stretch>
        </p:blipFill>
        <p:spPr bwMode="auto">
          <a:xfrm>
            <a:off x="5257800" y="228600"/>
            <a:ext cx="45720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2" descr="talabheim_paper">
            <a:extLst>
              <a:ext uri="{FF2B5EF4-FFF2-40B4-BE49-F238E27FC236}">
                <a16:creationId xmlns:a16="http://schemas.microsoft.com/office/drawing/2014/main" id="{C3ED32B2-78CB-4F9D-894A-E3FB473CDA03}"/>
              </a:ext>
            </a:extLst>
          </p:cNvPr>
          <p:cNvPicPr>
            <a:picLocks noChangeAspect="1" noChangeArrowheads="1"/>
          </p:cNvPicPr>
          <p:nvPr userDrawn="1"/>
        </p:nvPicPr>
        <p:blipFill>
          <a:blip r:embed="rId16">
            <a:alphaModFix amt="85000"/>
            <a:extLst>
              <a:ext uri="{28A0092B-C50C-407E-A947-70E740481C1C}">
                <a14:useLocalDpi xmlns:a14="http://schemas.microsoft.com/office/drawing/2010/main" val="0"/>
              </a:ext>
            </a:extLst>
          </a:blip>
          <a:srcRect l="6717" t="5356" r="6686" b="4926"/>
          <a:stretch>
            <a:fillRect/>
          </a:stretch>
        </p:blipFill>
        <p:spPr bwMode="auto">
          <a:xfrm>
            <a:off x="228600" y="228600"/>
            <a:ext cx="45720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7">
            <a:extLst>
              <a:ext uri="{FF2B5EF4-FFF2-40B4-BE49-F238E27FC236}">
                <a16:creationId xmlns:a16="http://schemas.microsoft.com/office/drawing/2014/main" id="{A1EBED96-5E7C-402C-9CA3-9F06C3A93A7E}"/>
              </a:ext>
            </a:extLst>
          </p:cNvPr>
          <p:cNvSpPr>
            <a:spLocks noChangeArrowheads="1"/>
          </p:cNvSpPr>
          <p:nvPr userDrawn="1"/>
        </p:nvSpPr>
        <p:spPr bwMode="auto">
          <a:xfrm>
            <a:off x="228600" y="228600"/>
            <a:ext cx="4572000" cy="7315200"/>
          </a:xfrm>
          <a:prstGeom prst="rect">
            <a:avLst/>
          </a:prstGeom>
          <a:noFill/>
          <a:ln w="57150" cmpd="thinThick">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a:solidFill>
                  <a:schemeClr val="tx1"/>
                </a:solidFill>
                <a:latin typeface="Arial" charset="0"/>
                <a:ea typeface="ＭＳ Ｐゴシック" pitchFamily="34" charset="-128"/>
              </a:defRPr>
            </a:lvl1pPr>
            <a:lvl2pPr marL="742950" indent="-285750" eaLnBrk="0" hangingPunct="0">
              <a:defRPr sz="2000">
                <a:solidFill>
                  <a:schemeClr val="tx1"/>
                </a:solidFill>
                <a:latin typeface="Arial" charset="0"/>
                <a:ea typeface="ＭＳ Ｐゴシック" pitchFamily="34" charset="-128"/>
              </a:defRPr>
            </a:lvl2pPr>
            <a:lvl3pPr marL="1143000" indent="-228600" eaLnBrk="0" hangingPunct="0">
              <a:defRPr sz="2000">
                <a:solidFill>
                  <a:schemeClr val="tx1"/>
                </a:solidFill>
                <a:latin typeface="Arial" charset="0"/>
                <a:ea typeface="ＭＳ Ｐゴシック" pitchFamily="34" charset="-128"/>
              </a:defRPr>
            </a:lvl3pPr>
            <a:lvl4pPr marL="1600200" indent="-228600" eaLnBrk="0" hangingPunct="0">
              <a:defRPr sz="2000">
                <a:solidFill>
                  <a:schemeClr val="tx1"/>
                </a:solidFill>
                <a:latin typeface="Arial" charset="0"/>
                <a:ea typeface="ＭＳ Ｐゴシック" pitchFamily="34" charset="-128"/>
              </a:defRPr>
            </a:lvl4pPr>
            <a:lvl5pPr marL="2057400" indent="-228600" eaLnBrk="0" hangingPunct="0">
              <a:defRPr sz="20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Arial" charset="0"/>
                <a:ea typeface="ＭＳ Ｐゴシック" pitchFamily="34" charset="-128"/>
              </a:defRPr>
            </a:lvl9pPr>
          </a:lstStyle>
          <a:p>
            <a:pPr eaLnBrk="1" hangingPunct="1">
              <a:defRPr/>
            </a:pPr>
            <a:endParaRPr lang="en-US" altLang="en-US" dirty="0"/>
          </a:p>
        </p:txBody>
      </p:sp>
      <p:sp>
        <p:nvSpPr>
          <p:cNvPr id="1029" name="Rectangle 8">
            <a:extLst>
              <a:ext uri="{FF2B5EF4-FFF2-40B4-BE49-F238E27FC236}">
                <a16:creationId xmlns:a16="http://schemas.microsoft.com/office/drawing/2014/main" id="{41655635-A16D-4E9E-A1F6-9CA44F15CBB2}"/>
              </a:ext>
            </a:extLst>
          </p:cNvPr>
          <p:cNvSpPr>
            <a:spLocks noChangeArrowheads="1"/>
          </p:cNvSpPr>
          <p:nvPr userDrawn="1"/>
        </p:nvSpPr>
        <p:spPr bwMode="auto">
          <a:xfrm>
            <a:off x="5257800" y="228600"/>
            <a:ext cx="4572000" cy="7315200"/>
          </a:xfrm>
          <a:prstGeom prst="rect">
            <a:avLst/>
          </a:prstGeom>
          <a:noFill/>
          <a:ln w="57150" cmpd="thinThick">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a:solidFill>
                  <a:schemeClr val="tx1"/>
                </a:solidFill>
                <a:latin typeface="Arial" charset="0"/>
                <a:ea typeface="ＭＳ Ｐゴシック" pitchFamily="34" charset="-128"/>
              </a:defRPr>
            </a:lvl1pPr>
            <a:lvl2pPr marL="742950" indent="-285750" eaLnBrk="0" hangingPunct="0">
              <a:defRPr sz="2000">
                <a:solidFill>
                  <a:schemeClr val="tx1"/>
                </a:solidFill>
                <a:latin typeface="Arial" charset="0"/>
                <a:ea typeface="ＭＳ Ｐゴシック" pitchFamily="34" charset="-128"/>
              </a:defRPr>
            </a:lvl2pPr>
            <a:lvl3pPr marL="1143000" indent="-228600" eaLnBrk="0" hangingPunct="0">
              <a:defRPr sz="2000">
                <a:solidFill>
                  <a:schemeClr val="tx1"/>
                </a:solidFill>
                <a:latin typeface="Arial" charset="0"/>
                <a:ea typeface="ＭＳ Ｐゴシック" pitchFamily="34" charset="-128"/>
              </a:defRPr>
            </a:lvl3pPr>
            <a:lvl4pPr marL="1600200" indent="-228600" eaLnBrk="0" hangingPunct="0">
              <a:defRPr sz="2000">
                <a:solidFill>
                  <a:schemeClr val="tx1"/>
                </a:solidFill>
                <a:latin typeface="Arial" charset="0"/>
                <a:ea typeface="ＭＳ Ｐゴシック" pitchFamily="34" charset="-128"/>
              </a:defRPr>
            </a:lvl4pPr>
            <a:lvl5pPr marL="2057400" indent="-228600" eaLnBrk="0" hangingPunct="0">
              <a:defRPr sz="20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Arial" charset="0"/>
                <a:ea typeface="ＭＳ Ｐゴシック" pitchFamily="34" charset="-128"/>
              </a:defRPr>
            </a:lvl9pPr>
          </a:lstStyle>
          <a:p>
            <a:pPr eaLnBrk="1" hangingPunct="1">
              <a:defRPr/>
            </a:pPr>
            <a:endParaRPr lang="en-US"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019175" rtl="0" eaLnBrk="0" fontAlgn="base" hangingPunct="0">
        <a:spcBef>
          <a:spcPct val="0"/>
        </a:spcBef>
        <a:spcAft>
          <a:spcPct val="0"/>
        </a:spcAft>
        <a:defRPr sz="4900">
          <a:solidFill>
            <a:schemeClr val="tx2"/>
          </a:solidFill>
          <a:latin typeface="+mj-lt"/>
          <a:ea typeface="ＭＳ Ｐゴシック" charset="0"/>
          <a:cs typeface="ＭＳ Ｐゴシック" charset="0"/>
        </a:defRPr>
      </a:lvl1pPr>
      <a:lvl2pPr algn="ctr" defTabSz="1019175" rtl="0" eaLnBrk="0" fontAlgn="base" hangingPunct="0">
        <a:spcBef>
          <a:spcPct val="0"/>
        </a:spcBef>
        <a:spcAft>
          <a:spcPct val="0"/>
        </a:spcAft>
        <a:defRPr sz="4900">
          <a:solidFill>
            <a:schemeClr val="tx2"/>
          </a:solidFill>
          <a:latin typeface="Arial" charset="0"/>
          <a:ea typeface="ＭＳ Ｐゴシック" charset="0"/>
          <a:cs typeface="ＭＳ Ｐゴシック" charset="0"/>
        </a:defRPr>
      </a:lvl2pPr>
      <a:lvl3pPr algn="ctr" defTabSz="1019175" rtl="0" eaLnBrk="0" fontAlgn="base" hangingPunct="0">
        <a:spcBef>
          <a:spcPct val="0"/>
        </a:spcBef>
        <a:spcAft>
          <a:spcPct val="0"/>
        </a:spcAft>
        <a:defRPr sz="4900">
          <a:solidFill>
            <a:schemeClr val="tx2"/>
          </a:solidFill>
          <a:latin typeface="Arial" charset="0"/>
          <a:ea typeface="ＭＳ Ｐゴシック" charset="0"/>
          <a:cs typeface="ＭＳ Ｐゴシック" charset="0"/>
        </a:defRPr>
      </a:lvl3pPr>
      <a:lvl4pPr algn="ctr" defTabSz="1019175" rtl="0" eaLnBrk="0" fontAlgn="base" hangingPunct="0">
        <a:spcBef>
          <a:spcPct val="0"/>
        </a:spcBef>
        <a:spcAft>
          <a:spcPct val="0"/>
        </a:spcAft>
        <a:defRPr sz="4900">
          <a:solidFill>
            <a:schemeClr val="tx2"/>
          </a:solidFill>
          <a:latin typeface="Arial" charset="0"/>
          <a:ea typeface="ＭＳ Ｐゴシック" charset="0"/>
          <a:cs typeface="ＭＳ Ｐゴシック" charset="0"/>
        </a:defRPr>
      </a:lvl4pPr>
      <a:lvl5pPr algn="ctr" defTabSz="1019175" rtl="0" eaLnBrk="0" fontAlgn="base" hangingPunct="0">
        <a:spcBef>
          <a:spcPct val="0"/>
        </a:spcBef>
        <a:spcAft>
          <a:spcPct val="0"/>
        </a:spcAft>
        <a:defRPr sz="4900">
          <a:solidFill>
            <a:schemeClr val="tx2"/>
          </a:solidFill>
          <a:latin typeface="Arial" charset="0"/>
          <a:ea typeface="ＭＳ Ｐゴシック" charset="0"/>
          <a:cs typeface="ＭＳ Ｐゴシック" charset="0"/>
        </a:defRPr>
      </a:lvl5pPr>
      <a:lvl6pPr marL="457200" algn="ctr" defTabSz="1019175" rtl="0" fontAlgn="base">
        <a:spcBef>
          <a:spcPct val="0"/>
        </a:spcBef>
        <a:spcAft>
          <a:spcPct val="0"/>
        </a:spcAft>
        <a:defRPr sz="4900">
          <a:solidFill>
            <a:schemeClr val="tx2"/>
          </a:solidFill>
          <a:latin typeface="Arial" charset="0"/>
        </a:defRPr>
      </a:lvl6pPr>
      <a:lvl7pPr marL="914400" algn="ctr" defTabSz="1019175" rtl="0" fontAlgn="base">
        <a:spcBef>
          <a:spcPct val="0"/>
        </a:spcBef>
        <a:spcAft>
          <a:spcPct val="0"/>
        </a:spcAft>
        <a:defRPr sz="4900">
          <a:solidFill>
            <a:schemeClr val="tx2"/>
          </a:solidFill>
          <a:latin typeface="Arial" charset="0"/>
        </a:defRPr>
      </a:lvl7pPr>
      <a:lvl8pPr marL="1371600" algn="ctr" defTabSz="1019175" rtl="0" fontAlgn="base">
        <a:spcBef>
          <a:spcPct val="0"/>
        </a:spcBef>
        <a:spcAft>
          <a:spcPct val="0"/>
        </a:spcAft>
        <a:defRPr sz="4900">
          <a:solidFill>
            <a:schemeClr val="tx2"/>
          </a:solidFill>
          <a:latin typeface="Arial" charset="0"/>
        </a:defRPr>
      </a:lvl8pPr>
      <a:lvl9pPr marL="1828800" algn="ctr" defTabSz="1019175" rtl="0" fontAlgn="base">
        <a:spcBef>
          <a:spcPct val="0"/>
        </a:spcBef>
        <a:spcAft>
          <a:spcPct val="0"/>
        </a:spcAft>
        <a:defRPr sz="4900">
          <a:solidFill>
            <a:schemeClr val="tx2"/>
          </a:solidFill>
          <a:latin typeface="Arial" charset="0"/>
        </a:defRPr>
      </a:lvl9pPr>
    </p:titleStyle>
    <p:bodyStyle>
      <a:lvl1pPr marL="382588" indent="-382588" algn="l" defTabSz="1019175" rtl="0" eaLnBrk="0" fontAlgn="base" hangingPunct="0">
        <a:spcBef>
          <a:spcPct val="20000"/>
        </a:spcBef>
        <a:spcAft>
          <a:spcPct val="0"/>
        </a:spcAft>
        <a:buChar char="•"/>
        <a:defRPr sz="3600">
          <a:solidFill>
            <a:schemeClr val="tx1"/>
          </a:solidFill>
          <a:latin typeface="+mn-lt"/>
          <a:ea typeface="ＭＳ Ｐゴシック" charset="0"/>
          <a:cs typeface="ＭＳ Ｐゴシック" charset="0"/>
        </a:defRPr>
      </a:lvl1pPr>
      <a:lvl2pPr marL="827088" indent="-317500" algn="l" defTabSz="1019175" rtl="0" eaLnBrk="0" fontAlgn="base" hangingPunct="0">
        <a:spcBef>
          <a:spcPct val="20000"/>
        </a:spcBef>
        <a:spcAft>
          <a:spcPct val="0"/>
        </a:spcAft>
        <a:buChar char="–"/>
        <a:defRPr sz="3100">
          <a:solidFill>
            <a:schemeClr val="tx1"/>
          </a:solidFill>
          <a:latin typeface="+mn-lt"/>
          <a:ea typeface="ＭＳ Ｐゴシック" charset="0"/>
        </a:defRPr>
      </a:lvl2pPr>
      <a:lvl3pPr marL="1273175" indent="-254000" algn="l" defTabSz="1019175" rtl="0" eaLnBrk="0" fontAlgn="base" hangingPunct="0">
        <a:spcBef>
          <a:spcPct val="20000"/>
        </a:spcBef>
        <a:spcAft>
          <a:spcPct val="0"/>
        </a:spcAft>
        <a:buChar char="•"/>
        <a:defRPr sz="2700">
          <a:solidFill>
            <a:schemeClr val="tx1"/>
          </a:solidFill>
          <a:latin typeface="+mn-lt"/>
          <a:ea typeface="ＭＳ Ｐゴシック" charset="0"/>
        </a:defRPr>
      </a:lvl3pPr>
      <a:lvl4pPr marL="1782763" indent="-254000" algn="l" defTabSz="1019175" rtl="0" eaLnBrk="0" fontAlgn="base" hangingPunct="0">
        <a:spcBef>
          <a:spcPct val="20000"/>
        </a:spcBef>
        <a:spcAft>
          <a:spcPct val="0"/>
        </a:spcAft>
        <a:buChar char="–"/>
        <a:defRPr sz="2200">
          <a:solidFill>
            <a:schemeClr val="tx1"/>
          </a:solidFill>
          <a:latin typeface="+mn-lt"/>
          <a:ea typeface="ＭＳ Ｐゴシック" charset="0"/>
        </a:defRPr>
      </a:lvl4pPr>
      <a:lvl5pPr marL="2292350" indent="-254000" algn="l" defTabSz="1019175" rtl="0" eaLnBrk="0" fontAlgn="base" hangingPunct="0">
        <a:spcBef>
          <a:spcPct val="20000"/>
        </a:spcBef>
        <a:spcAft>
          <a:spcPct val="0"/>
        </a:spcAft>
        <a:buChar char="»"/>
        <a:defRPr sz="2200">
          <a:solidFill>
            <a:schemeClr val="tx1"/>
          </a:solidFill>
          <a:latin typeface="+mn-lt"/>
          <a:ea typeface="ＭＳ Ｐゴシック" charset="0"/>
        </a:defRPr>
      </a:lvl5pPr>
      <a:lvl6pPr marL="2749550" indent="-254000" algn="l" defTabSz="1019175" rtl="0" fontAlgn="base">
        <a:spcBef>
          <a:spcPct val="20000"/>
        </a:spcBef>
        <a:spcAft>
          <a:spcPct val="0"/>
        </a:spcAft>
        <a:buChar char="»"/>
        <a:defRPr sz="2200">
          <a:solidFill>
            <a:schemeClr val="tx1"/>
          </a:solidFill>
          <a:latin typeface="+mn-lt"/>
        </a:defRPr>
      </a:lvl6pPr>
      <a:lvl7pPr marL="3206750" indent="-254000" algn="l" defTabSz="1019175" rtl="0" fontAlgn="base">
        <a:spcBef>
          <a:spcPct val="20000"/>
        </a:spcBef>
        <a:spcAft>
          <a:spcPct val="0"/>
        </a:spcAft>
        <a:buChar char="»"/>
        <a:defRPr sz="2200">
          <a:solidFill>
            <a:schemeClr val="tx1"/>
          </a:solidFill>
          <a:latin typeface="+mn-lt"/>
        </a:defRPr>
      </a:lvl7pPr>
      <a:lvl8pPr marL="3663950" indent="-254000" algn="l" defTabSz="1019175" rtl="0" fontAlgn="base">
        <a:spcBef>
          <a:spcPct val="20000"/>
        </a:spcBef>
        <a:spcAft>
          <a:spcPct val="0"/>
        </a:spcAft>
        <a:buChar char="»"/>
        <a:defRPr sz="2200">
          <a:solidFill>
            <a:schemeClr val="tx1"/>
          </a:solidFill>
          <a:latin typeface="+mn-lt"/>
        </a:defRPr>
      </a:lvl8pPr>
      <a:lvl9pPr marL="4121150" indent="-254000" algn="l" defTabSz="1019175" rtl="0" fontAlgn="base">
        <a:spcBef>
          <a:spcPct val="20000"/>
        </a:spcBef>
        <a:spcAft>
          <a:spcPct val="0"/>
        </a:spcAft>
        <a:buChar char="»"/>
        <a:defRPr sz="2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microsoft.com/office/2007/relationships/hdphoto" Target="../media/hdphoto1.wdp"/><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9000"/>
            <a:lum/>
            <a:extLst>
              <a:ext uri="{BEBA8EAE-BF5A-486C-A8C5-ECC9F3942E4B}">
                <a14:imgProps xmlns:a14="http://schemas.microsoft.com/office/drawing/2010/main">
                  <a14:imgLayer r:embed="rId4">
                    <a14:imgEffect>
                      <a14:artisticMarker trans="40000"/>
                    </a14:imgEffect>
                    <a14:imgEffect>
                      <a14:colorTemperature colorTemp="6100"/>
                    </a14:imgEffect>
                    <a14:imgEffect>
                      <a14:saturation sat="105000"/>
                    </a14:imgEffect>
                    <a14:imgEffect>
                      <a14:brightnessContrast bright="41000" contrast="3000"/>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pic>
        <p:nvPicPr>
          <p:cNvPr id="4098" name="Picture 4">
            <a:extLst>
              <a:ext uri="{FF2B5EF4-FFF2-40B4-BE49-F238E27FC236}">
                <a16:creationId xmlns:a16="http://schemas.microsoft.com/office/drawing/2014/main" id="{F84D77E8-C727-44E8-8282-9C74488A37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2288" y="1285875"/>
            <a:ext cx="1516062" cy="151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00" name="Group 1">
            <a:extLst>
              <a:ext uri="{FF2B5EF4-FFF2-40B4-BE49-F238E27FC236}">
                <a16:creationId xmlns:a16="http://schemas.microsoft.com/office/drawing/2014/main" id="{E935EC45-7BF8-4E7D-B3F7-6877C61B1E33}"/>
              </a:ext>
            </a:extLst>
          </p:cNvPr>
          <p:cNvGrpSpPr>
            <a:grpSpLocks/>
          </p:cNvGrpSpPr>
          <p:nvPr/>
        </p:nvGrpSpPr>
        <p:grpSpPr bwMode="auto">
          <a:xfrm>
            <a:off x="4911725" y="407988"/>
            <a:ext cx="5029200" cy="6953250"/>
            <a:chOff x="4911725" y="408645"/>
            <a:chExt cx="5029200" cy="6952593"/>
          </a:xfrm>
        </p:grpSpPr>
        <p:sp>
          <p:nvSpPr>
            <p:cNvPr id="4117" name="Text Box 4">
              <a:extLst>
                <a:ext uri="{FF2B5EF4-FFF2-40B4-BE49-F238E27FC236}">
                  <a16:creationId xmlns:a16="http://schemas.microsoft.com/office/drawing/2014/main" id="{897C6F50-8DF6-41EE-8841-1022E1B1F289}"/>
                </a:ext>
              </a:extLst>
            </p:cNvPr>
            <p:cNvSpPr txBox="1">
              <a:spLocks noChangeArrowheads="1"/>
            </p:cNvSpPr>
            <p:nvPr/>
          </p:nvSpPr>
          <p:spPr bwMode="auto">
            <a:xfrm>
              <a:off x="5257800" y="408645"/>
              <a:ext cx="45720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019175">
                <a:defRPr sz="2000">
                  <a:solidFill>
                    <a:schemeClr val="tx1"/>
                  </a:solidFill>
                  <a:latin typeface="Arial" panose="020B0604020202020204" pitchFamily="34" charset="0"/>
                  <a:ea typeface="ＭＳ Ｐゴシック" panose="020B0600070205080204" pitchFamily="34" charset="-128"/>
                </a:defRPr>
              </a:lvl1pPr>
              <a:lvl2pPr marL="742950" indent="-285750" defTabSz="1019175">
                <a:defRPr sz="2000">
                  <a:solidFill>
                    <a:schemeClr val="tx1"/>
                  </a:solidFill>
                  <a:latin typeface="Arial" panose="020B0604020202020204" pitchFamily="34" charset="0"/>
                  <a:ea typeface="ＭＳ Ｐゴシック" panose="020B0600070205080204" pitchFamily="34" charset="-128"/>
                </a:defRPr>
              </a:lvl2pPr>
              <a:lvl3pPr marL="1143000" indent="-228600" defTabSz="1019175">
                <a:defRPr sz="2000">
                  <a:solidFill>
                    <a:schemeClr val="tx1"/>
                  </a:solidFill>
                  <a:latin typeface="Arial" panose="020B0604020202020204" pitchFamily="34" charset="0"/>
                  <a:ea typeface="ＭＳ Ｐゴシック" panose="020B0600070205080204" pitchFamily="34" charset="-128"/>
                </a:defRPr>
              </a:lvl3pPr>
              <a:lvl4pPr marL="1600200" indent="-228600" defTabSz="1019175">
                <a:defRPr sz="2000">
                  <a:solidFill>
                    <a:schemeClr val="tx1"/>
                  </a:solidFill>
                  <a:latin typeface="Arial" panose="020B0604020202020204" pitchFamily="34" charset="0"/>
                  <a:ea typeface="ＭＳ Ｐゴシック" panose="020B0600070205080204" pitchFamily="34" charset="-128"/>
                </a:defRPr>
              </a:lvl4pPr>
              <a:lvl5pPr marL="2057400" indent="-228600" defTabSz="1019175">
                <a:defRPr sz="2000">
                  <a:solidFill>
                    <a:schemeClr val="tx1"/>
                  </a:solidFill>
                  <a:latin typeface="Arial" panose="020B0604020202020204" pitchFamily="34" charset="0"/>
                  <a:ea typeface="ＭＳ Ｐゴシック" panose="020B0600070205080204" pitchFamily="34" charset="-128"/>
                </a:defRPr>
              </a:lvl5pPr>
              <a:lvl6pPr marL="2514600" indent="-228600" defTabSz="1019175"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defTabSz="1019175"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defTabSz="1019175"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defTabSz="1019175"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endParaRPr lang="en-US" altLang="en-US" sz="1400" dirty="0">
                <a:solidFill>
                  <a:srgbClr val="000000"/>
                </a:solidFill>
                <a:latin typeface="Monotype Corsiva" panose="03010101010201010101" pitchFamily="66" charset="0"/>
              </a:endParaRPr>
            </a:p>
            <a:p>
              <a:endParaRPr lang="en-US" altLang="en-US" sz="1400" dirty="0">
                <a:latin typeface="Monotype Corsiva" panose="03010101010201010101" pitchFamily="66" charset="0"/>
              </a:endParaRPr>
            </a:p>
            <a:p>
              <a:pPr algn="ctr"/>
              <a:r>
                <a:rPr lang="en-US" altLang="en-US" sz="1400" dirty="0">
                  <a:latin typeface="Monotype Corsiva" panose="03010101010201010101" pitchFamily="66" charset="0"/>
                </a:rPr>
                <a:t> </a:t>
              </a:r>
              <a:r>
                <a:rPr lang="en-US" altLang="en-US" sz="2800" b="1" i="1" dirty="0">
                  <a:latin typeface="Monotype Corsiva" panose="03010101010201010101" pitchFamily="66" charset="0"/>
                </a:rPr>
                <a:t>Master Sergeant </a:t>
              </a:r>
              <a:endParaRPr lang="en-US" altLang="en-US" sz="2800" b="1" dirty="0">
                <a:latin typeface="Monotype Corsiva" panose="03010101010201010101" pitchFamily="66" charset="0"/>
              </a:endParaRPr>
            </a:p>
            <a:p>
              <a:pPr algn="ctr"/>
              <a:r>
                <a:rPr lang="en-US" altLang="en-US" sz="2800" b="1" i="1" dirty="0">
                  <a:latin typeface="Monotype Corsiva" panose="03010101010201010101" pitchFamily="66" charset="0"/>
                </a:rPr>
                <a:t>Brian P. LaPointe</a:t>
              </a:r>
              <a:endParaRPr lang="en-US" altLang="en-US" sz="2800" b="1" dirty="0">
                <a:latin typeface="Monotype Corsiva" panose="03010101010201010101" pitchFamily="66" charset="0"/>
              </a:endParaRPr>
            </a:p>
            <a:p>
              <a:pPr algn="ctr"/>
              <a:r>
                <a:rPr lang="en-US" altLang="en-US" sz="2800" b="1" i="1" dirty="0">
                  <a:latin typeface="Monotype Corsiva" panose="03010101010201010101" pitchFamily="66" charset="0"/>
                </a:rPr>
                <a:t>Retirement Ceremony</a:t>
              </a:r>
            </a:p>
            <a:p>
              <a:pPr algn="ctr"/>
              <a:r>
                <a:rPr lang="en-US" altLang="en-US" sz="2800" b="1" i="1" dirty="0">
                  <a:latin typeface="Monotype Corsiva" panose="03010101010201010101" pitchFamily="66" charset="0"/>
                </a:rPr>
                <a:t>December 1, 2017 </a:t>
              </a:r>
              <a:endParaRPr lang="en-US" altLang="en-US" sz="2800" b="1" dirty="0">
                <a:latin typeface="Times New Roman" panose="02020603050405020304" pitchFamily="18" charset="0"/>
              </a:endParaRPr>
            </a:p>
          </p:txBody>
        </p:sp>
        <p:grpSp>
          <p:nvGrpSpPr>
            <p:cNvPr id="4118" name="Group 2">
              <a:extLst>
                <a:ext uri="{FF2B5EF4-FFF2-40B4-BE49-F238E27FC236}">
                  <a16:creationId xmlns:a16="http://schemas.microsoft.com/office/drawing/2014/main" id="{95EDDE87-C53F-4BF9-89E6-001AAF37DF81}"/>
                </a:ext>
              </a:extLst>
            </p:cNvPr>
            <p:cNvGrpSpPr>
              <a:grpSpLocks/>
            </p:cNvGrpSpPr>
            <p:nvPr/>
          </p:nvGrpSpPr>
          <p:grpSpPr bwMode="auto">
            <a:xfrm>
              <a:off x="5574989" y="4379913"/>
              <a:ext cx="3815206" cy="523220"/>
              <a:chOff x="5574989" y="4438650"/>
              <a:chExt cx="3815206" cy="523220"/>
            </a:xfrm>
          </p:grpSpPr>
          <p:sp>
            <p:nvSpPr>
              <p:cNvPr id="4120" name="TextBox 1">
                <a:extLst>
                  <a:ext uri="{FF2B5EF4-FFF2-40B4-BE49-F238E27FC236}">
                    <a16:creationId xmlns:a16="http://schemas.microsoft.com/office/drawing/2014/main" id="{E3614205-77F7-4583-878B-562182E6A4CF}"/>
                  </a:ext>
                </a:extLst>
              </p:cNvPr>
              <p:cNvSpPr txBox="1">
                <a:spLocks noChangeArrowheads="1"/>
              </p:cNvSpPr>
              <p:nvPr/>
            </p:nvSpPr>
            <p:spPr bwMode="auto">
              <a:xfrm>
                <a:off x="5574989" y="4438650"/>
                <a:ext cx="1165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800" b="1">
                    <a:latin typeface="Monotype Corsiva" panose="03010101010201010101" pitchFamily="66" charset="0"/>
                  </a:rPr>
                  <a:t>1994</a:t>
                </a:r>
              </a:p>
            </p:txBody>
          </p:sp>
          <p:sp>
            <p:nvSpPr>
              <p:cNvPr id="4121" name="TextBox 9">
                <a:extLst>
                  <a:ext uri="{FF2B5EF4-FFF2-40B4-BE49-F238E27FC236}">
                    <a16:creationId xmlns:a16="http://schemas.microsoft.com/office/drawing/2014/main" id="{B067DA23-0A1B-4E20-8A3E-54947B3DF8C3}"/>
                  </a:ext>
                </a:extLst>
              </p:cNvPr>
              <p:cNvSpPr txBox="1">
                <a:spLocks noChangeArrowheads="1"/>
              </p:cNvSpPr>
              <p:nvPr/>
            </p:nvSpPr>
            <p:spPr bwMode="auto">
              <a:xfrm>
                <a:off x="8223382" y="4438650"/>
                <a:ext cx="11668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800" b="1">
                    <a:latin typeface="Monotype Corsiva" panose="03010101010201010101" pitchFamily="66" charset="0"/>
                  </a:rPr>
                  <a:t>2017</a:t>
                </a:r>
              </a:p>
            </p:txBody>
          </p:sp>
        </p:grpSp>
        <p:sp>
          <p:nvSpPr>
            <p:cNvPr id="4119" name="Rectangle 2">
              <a:extLst>
                <a:ext uri="{FF2B5EF4-FFF2-40B4-BE49-F238E27FC236}">
                  <a16:creationId xmlns:a16="http://schemas.microsoft.com/office/drawing/2014/main" id="{B6CA88B9-7EF7-4EE9-889B-9CE18E89FE3A}"/>
                </a:ext>
              </a:extLst>
            </p:cNvPr>
            <p:cNvSpPr>
              <a:spLocks noChangeArrowheads="1"/>
            </p:cNvSpPr>
            <p:nvPr/>
          </p:nvSpPr>
          <p:spPr bwMode="auto">
            <a:xfrm>
              <a:off x="4911725" y="5915025"/>
              <a:ext cx="502920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600">
                <a:solidFill>
                  <a:srgbClr val="000000"/>
                </a:solidFill>
                <a:latin typeface="Monotype Corsiva" panose="03010101010201010101" pitchFamily="66" charset="0"/>
              </a:endParaRPr>
            </a:p>
            <a:p>
              <a:pPr eaLnBrk="1" hangingPunct="1"/>
              <a:endParaRPr lang="en-US" altLang="en-US" sz="1600">
                <a:latin typeface="Monotype Corsiva" panose="03010101010201010101" pitchFamily="66" charset="0"/>
              </a:endParaRPr>
            </a:p>
            <a:p>
              <a:pPr algn="ctr" eaLnBrk="1" hangingPunct="1"/>
              <a:r>
                <a:rPr lang="en-US" altLang="en-US" sz="1600">
                  <a:latin typeface="Monotype Corsiva" panose="03010101010201010101" pitchFamily="66" charset="0"/>
                </a:rPr>
                <a:t> </a:t>
              </a:r>
              <a:r>
                <a:rPr lang="en-US" altLang="en-US" sz="2800" b="1" i="1">
                  <a:latin typeface="Monotype Corsiva" panose="03010101010201010101" pitchFamily="66" charset="0"/>
                </a:rPr>
                <a:t>2d Maintenance Battalion</a:t>
              </a:r>
              <a:endParaRPr lang="en-US" altLang="en-US" sz="2800" b="1">
                <a:latin typeface="Monotype Corsiva" panose="03010101010201010101" pitchFamily="66" charset="0"/>
              </a:endParaRPr>
            </a:p>
            <a:p>
              <a:pPr algn="ctr" eaLnBrk="1" hangingPunct="1"/>
              <a:r>
                <a:rPr lang="en-US" altLang="en-US" sz="2800" b="1" i="1">
                  <a:latin typeface="Monotype Corsiva" panose="03010101010201010101" pitchFamily="66" charset="0"/>
                </a:rPr>
                <a:t>Camp Lejeune, NC </a:t>
              </a:r>
              <a:endParaRPr lang="en-US" altLang="en-US" sz="2800" b="1"/>
            </a:p>
          </p:txBody>
        </p:sp>
      </p:grpSp>
      <p:grpSp>
        <p:nvGrpSpPr>
          <p:cNvPr id="4102" name="Group 1">
            <a:extLst>
              <a:ext uri="{FF2B5EF4-FFF2-40B4-BE49-F238E27FC236}">
                <a16:creationId xmlns:a16="http://schemas.microsoft.com/office/drawing/2014/main" id="{5461C01B-B741-499A-AB69-7DA2ACEF7652}"/>
              </a:ext>
            </a:extLst>
          </p:cNvPr>
          <p:cNvGrpSpPr>
            <a:grpSpLocks/>
          </p:cNvGrpSpPr>
          <p:nvPr/>
        </p:nvGrpSpPr>
        <p:grpSpPr bwMode="auto">
          <a:xfrm>
            <a:off x="347663" y="2616200"/>
            <a:ext cx="4335462" cy="3921125"/>
            <a:chOff x="347663" y="2675386"/>
            <a:chExt cx="4335462" cy="3920677"/>
          </a:xfrm>
        </p:grpSpPr>
        <p:pic>
          <p:nvPicPr>
            <p:cNvPr id="4103" name="Picture 9" descr="C:\Users\terry.henderson\Pictures\dev2_1.jpg">
              <a:extLst>
                <a:ext uri="{FF2B5EF4-FFF2-40B4-BE49-F238E27FC236}">
                  <a16:creationId xmlns:a16="http://schemas.microsoft.com/office/drawing/2014/main" id="{5BB78245-1B1B-48CA-B21B-9681ED57B2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3363" y="3390900"/>
              <a:ext cx="2093912" cy="209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4" name="Picture 10" descr="C:\Users\terry.henderson\Pictures\BCHV1.jpg">
              <a:extLst>
                <a:ext uri="{FF2B5EF4-FFF2-40B4-BE49-F238E27FC236}">
                  <a16:creationId xmlns:a16="http://schemas.microsoft.com/office/drawing/2014/main" id="{F907A9E7-6817-4618-A337-F1D72773F66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6188" y="2808288"/>
              <a:ext cx="706437"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5" name="Picture 11" descr="C:\Users\terry.henderson\Pictures\BCHV2.jpg">
              <a:extLst>
                <a:ext uri="{FF2B5EF4-FFF2-40B4-BE49-F238E27FC236}">
                  <a16:creationId xmlns:a16="http://schemas.microsoft.com/office/drawing/2014/main" id="{9EB198A0-A257-497B-9BEA-202E171F79E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6188" y="4202113"/>
              <a:ext cx="698500" cy="69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6" name="Picture 12" descr="C:\Users\terry.henderson\Pictures\BCHV3.jpg">
              <a:extLst>
                <a:ext uri="{FF2B5EF4-FFF2-40B4-BE49-F238E27FC236}">
                  <a16:creationId xmlns:a16="http://schemas.microsoft.com/office/drawing/2014/main" id="{8F5D1C85-0E81-4DF9-9969-B3453738011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61544" y="5484813"/>
              <a:ext cx="74295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7" name="Picture 13" descr="C:\Users\terry.henderson\Pictures\BCHV4.jpg">
              <a:extLst>
                <a:ext uri="{FF2B5EF4-FFF2-40B4-BE49-F238E27FC236}">
                  <a16:creationId xmlns:a16="http://schemas.microsoft.com/office/drawing/2014/main" id="{82FDDFD7-C3DD-4C6D-A426-7AA46CA828D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9538" y="5562600"/>
              <a:ext cx="7064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8" name="Picture 15" descr="C:\Users\terry.henderson\Pictures\BCHV6.jpg">
              <a:extLst>
                <a:ext uri="{FF2B5EF4-FFF2-40B4-BE49-F238E27FC236}">
                  <a16:creationId xmlns:a16="http://schemas.microsoft.com/office/drawing/2014/main" id="{72C58BED-D2C8-43FD-A370-1C5E6515085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2126" y="2675386"/>
              <a:ext cx="896938"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9" name="Picture 16" descr="C:\Users\terry.henderson\Pictures\BCHV5.jpg">
              <a:extLst>
                <a:ext uri="{FF2B5EF4-FFF2-40B4-BE49-F238E27FC236}">
                  <a16:creationId xmlns:a16="http://schemas.microsoft.com/office/drawing/2014/main" id="{3A703088-AA5C-44BA-A279-E81820DB13B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1975" y="4202113"/>
              <a:ext cx="817563"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10" name="TextBox 20">
              <a:extLst>
                <a:ext uri="{FF2B5EF4-FFF2-40B4-BE49-F238E27FC236}">
                  <a16:creationId xmlns:a16="http://schemas.microsoft.com/office/drawing/2014/main" id="{6F20507C-D4BD-4FFF-B4F7-E476D86589F5}"/>
                </a:ext>
              </a:extLst>
            </p:cNvPr>
            <p:cNvSpPr txBox="1">
              <a:spLocks noChangeArrowheads="1"/>
            </p:cNvSpPr>
            <p:nvPr/>
          </p:nvSpPr>
          <p:spPr bwMode="auto">
            <a:xfrm>
              <a:off x="3516313" y="3284538"/>
              <a:ext cx="11668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b="1">
                  <a:latin typeface="Monotype Corsiva" panose="03010101010201010101" pitchFamily="66" charset="0"/>
                </a:rPr>
                <a:t>1994</a:t>
              </a:r>
            </a:p>
          </p:txBody>
        </p:sp>
        <p:sp>
          <p:nvSpPr>
            <p:cNvPr id="4111" name="TextBox 21">
              <a:extLst>
                <a:ext uri="{FF2B5EF4-FFF2-40B4-BE49-F238E27FC236}">
                  <a16:creationId xmlns:a16="http://schemas.microsoft.com/office/drawing/2014/main" id="{6B31B60E-70D8-41E9-A170-93D9D2E06151}"/>
                </a:ext>
              </a:extLst>
            </p:cNvPr>
            <p:cNvSpPr txBox="1">
              <a:spLocks noChangeArrowheads="1"/>
            </p:cNvSpPr>
            <p:nvPr/>
          </p:nvSpPr>
          <p:spPr bwMode="auto">
            <a:xfrm>
              <a:off x="3516313" y="4714875"/>
              <a:ext cx="1166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b="1">
                  <a:latin typeface="Monotype Corsiva" panose="03010101010201010101" pitchFamily="66" charset="0"/>
                </a:rPr>
                <a:t>1995</a:t>
              </a:r>
            </a:p>
          </p:txBody>
        </p:sp>
        <p:sp>
          <p:nvSpPr>
            <p:cNvPr id="4112" name="TextBox 22">
              <a:extLst>
                <a:ext uri="{FF2B5EF4-FFF2-40B4-BE49-F238E27FC236}">
                  <a16:creationId xmlns:a16="http://schemas.microsoft.com/office/drawing/2014/main" id="{A86CEAA6-74AD-4093-8FAE-DCF9E8DCDC5A}"/>
                </a:ext>
              </a:extLst>
            </p:cNvPr>
            <p:cNvSpPr txBox="1">
              <a:spLocks noChangeArrowheads="1"/>
            </p:cNvSpPr>
            <p:nvPr/>
          </p:nvSpPr>
          <p:spPr bwMode="auto">
            <a:xfrm>
              <a:off x="3202782" y="6084095"/>
              <a:ext cx="1166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b="1">
                  <a:latin typeface="Monotype Corsiva" panose="03010101010201010101" pitchFamily="66" charset="0"/>
                </a:rPr>
                <a:t>1997</a:t>
              </a:r>
            </a:p>
          </p:txBody>
        </p:sp>
        <p:sp>
          <p:nvSpPr>
            <p:cNvPr id="4113" name="TextBox 23">
              <a:extLst>
                <a:ext uri="{FF2B5EF4-FFF2-40B4-BE49-F238E27FC236}">
                  <a16:creationId xmlns:a16="http://schemas.microsoft.com/office/drawing/2014/main" id="{3BCC7862-6F8D-4059-BEED-D5635164DB54}"/>
                </a:ext>
              </a:extLst>
            </p:cNvPr>
            <p:cNvSpPr txBox="1">
              <a:spLocks noChangeArrowheads="1"/>
            </p:cNvSpPr>
            <p:nvPr/>
          </p:nvSpPr>
          <p:spPr bwMode="auto">
            <a:xfrm>
              <a:off x="1149350" y="6227763"/>
              <a:ext cx="11668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b="1">
                  <a:latin typeface="Monotype Corsiva" panose="03010101010201010101" pitchFamily="66" charset="0"/>
                </a:rPr>
                <a:t>1999</a:t>
              </a:r>
            </a:p>
          </p:txBody>
        </p:sp>
        <p:sp>
          <p:nvSpPr>
            <p:cNvPr id="4114" name="TextBox 24">
              <a:extLst>
                <a:ext uri="{FF2B5EF4-FFF2-40B4-BE49-F238E27FC236}">
                  <a16:creationId xmlns:a16="http://schemas.microsoft.com/office/drawing/2014/main" id="{9DDF2066-3132-4660-B5B8-99A08D8A0C82}"/>
                </a:ext>
              </a:extLst>
            </p:cNvPr>
            <p:cNvSpPr txBox="1">
              <a:spLocks noChangeArrowheads="1"/>
            </p:cNvSpPr>
            <p:nvPr/>
          </p:nvSpPr>
          <p:spPr bwMode="auto">
            <a:xfrm>
              <a:off x="394046" y="5050632"/>
              <a:ext cx="1166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b="1">
                  <a:latin typeface="Monotype Corsiva" panose="03010101010201010101" pitchFamily="66" charset="0"/>
                </a:rPr>
                <a:t>2003</a:t>
              </a:r>
            </a:p>
          </p:txBody>
        </p:sp>
        <p:sp>
          <p:nvSpPr>
            <p:cNvPr id="4115" name="TextBox 25">
              <a:extLst>
                <a:ext uri="{FF2B5EF4-FFF2-40B4-BE49-F238E27FC236}">
                  <a16:creationId xmlns:a16="http://schemas.microsoft.com/office/drawing/2014/main" id="{87EFFB7E-6FFF-4DA1-9BC9-F6616060341E}"/>
                </a:ext>
              </a:extLst>
            </p:cNvPr>
            <p:cNvSpPr txBox="1">
              <a:spLocks noChangeArrowheads="1"/>
            </p:cNvSpPr>
            <p:nvPr/>
          </p:nvSpPr>
          <p:spPr bwMode="auto">
            <a:xfrm>
              <a:off x="347663" y="3705225"/>
              <a:ext cx="1166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b="1">
                  <a:latin typeface="Monotype Corsiva" panose="03010101010201010101" pitchFamily="66" charset="0"/>
                </a:rPr>
                <a:t>2008</a:t>
              </a:r>
            </a:p>
          </p:txBody>
        </p:sp>
        <p:sp>
          <p:nvSpPr>
            <p:cNvPr id="4116" name="TextBox 26">
              <a:extLst>
                <a:ext uri="{FF2B5EF4-FFF2-40B4-BE49-F238E27FC236}">
                  <a16:creationId xmlns:a16="http://schemas.microsoft.com/office/drawing/2014/main" id="{486D1043-C171-4F6B-8C5A-A5FAF8C8E29E}"/>
                </a:ext>
              </a:extLst>
            </p:cNvPr>
            <p:cNvSpPr txBox="1">
              <a:spLocks noChangeArrowheads="1"/>
            </p:cNvSpPr>
            <p:nvPr/>
          </p:nvSpPr>
          <p:spPr bwMode="auto">
            <a:xfrm>
              <a:off x="1924050" y="2884533"/>
              <a:ext cx="1166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b="1" dirty="0">
                  <a:latin typeface="Monotype Corsiva" panose="03010101010201010101" pitchFamily="66" charset="0"/>
                </a:rPr>
                <a:t>2014</a:t>
              </a:r>
            </a:p>
          </p:txBody>
        </p:sp>
      </p:grpSp>
      <p:pic>
        <p:nvPicPr>
          <p:cNvPr id="27" name="Picture 4">
            <a:extLst>
              <a:ext uri="{FF2B5EF4-FFF2-40B4-BE49-F238E27FC236}">
                <a16:creationId xmlns:a16="http://schemas.microsoft.com/office/drawing/2014/main" id="{F84D77E8-C727-44E8-8282-9C74488A37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38926" y="3195300"/>
            <a:ext cx="1863724" cy="2308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C169E83-FF42-4EC6-874F-0A76FAA43BBF}"/>
              </a:ext>
            </a:extLst>
          </p:cNvPr>
          <p:cNvSpPr>
            <a:spLocks noChangeArrowheads="1"/>
          </p:cNvSpPr>
          <p:nvPr/>
        </p:nvSpPr>
        <p:spPr bwMode="auto">
          <a:xfrm>
            <a:off x="0" y="479425"/>
            <a:ext cx="5029200"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solidFill>
                <a:srgbClr val="000000"/>
              </a:solidFill>
              <a:latin typeface="Monotype Corsiva" panose="03010101010201010101" pitchFamily="66" charset="0"/>
            </a:endParaRPr>
          </a:p>
          <a:p>
            <a:pPr algn="ctr" eaLnBrk="1" hangingPunct="1"/>
            <a:r>
              <a:rPr lang="en-US" altLang="en-US" sz="2400" b="1" i="1">
                <a:latin typeface="Monotype Corsiva" panose="03010101010201010101" pitchFamily="66" charset="0"/>
              </a:rPr>
              <a:t>Sequence of Events </a:t>
            </a:r>
          </a:p>
          <a:p>
            <a:pPr algn="ctr" eaLnBrk="1" hangingPunct="1"/>
            <a:endParaRPr lang="en-US" altLang="en-US" b="1" u="sng">
              <a:latin typeface="Monotype Corsiva" panose="03010101010201010101" pitchFamily="66" charset="0"/>
            </a:endParaRPr>
          </a:p>
          <a:p>
            <a:pPr algn="ctr" eaLnBrk="1" hangingPunct="1"/>
            <a:r>
              <a:rPr lang="en-US" altLang="en-US" sz="1800" b="1" i="1" u="sng">
                <a:latin typeface="Monotype Corsiva" panose="03010101010201010101" pitchFamily="66" charset="0"/>
              </a:rPr>
              <a:t>Invocation </a:t>
            </a:r>
          </a:p>
          <a:p>
            <a:pPr eaLnBrk="1" hangingPunct="1"/>
            <a:endParaRPr lang="en-US" altLang="en-US" sz="1800" b="1" u="sng">
              <a:latin typeface="Monotype Corsiva" panose="03010101010201010101" pitchFamily="66" charset="0"/>
            </a:endParaRPr>
          </a:p>
          <a:p>
            <a:pPr algn="ctr" eaLnBrk="1" hangingPunct="1"/>
            <a:r>
              <a:rPr lang="en-US" altLang="en-US" sz="1800" b="1" i="1" u="sng">
                <a:latin typeface="Monotype Corsiva" panose="03010101010201010101" pitchFamily="66" charset="0"/>
              </a:rPr>
              <a:t>National Anthem</a:t>
            </a:r>
          </a:p>
          <a:p>
            <a:pPr algn="ctr" eaLnBrk="1" hangingPunct="1"/>
            <a:r>
              <a:rPr lang="en-US" altLang="en-US" sz="1800" b="1" i="1" u="sng">
                <a:latin typeface="Monotype Corsiva" panose="03010101010201010101" pitchFamily="66" charset="0"/>
              </a:rPr>
              <a:t> </a:t>
            </a:r>
            <a:endParaRPr lang="en-US" altLang="en-US" sz="1800" b="1" u="sng">
              <a:latin typeface="Monotype Corsiva" panose="03010101010201010101" pitchFamily="66" charset="0"/>
            </a:endParaRPr>
          </a:p>
          <a:p>
            <a:pPr algn="ctr" eaLnBrk="1" hangingPunct="1"/>
            <a:r>
              <a:rPr lang="en-US" altLang="en-US" sz="1800" b="1" i="1" u="sng">
                <a:latin typeface="Monotype Corsiva" panose="03010101010201010101" pitchFamily="66" charset="0"/>
              </a:rPr>
              <a:t>Awards / Retirement</a:t>
            </a:r>
          </a:p>
          <a:p>
            <a:pPr algn="ctr" eaLnBrk="1" hangingPunct="1"/>
            <a:r>
              <a:rPr lang="en-US" altLang="en-US" sz="1800" b="1" i="1" u="sng">
                <a:latin typeface="Monotype Corsiva" panose="03010101010201010101" pitchFamily="66" charset="0"/>
              </a:rPr>
              <a:t> </a:t>
            </a:r>
            <a:r>
              <a:rPr lang="en-US" altLang="en-US" sz="1800" b="1" i="1">
                <a:latin typeface="Monotype Corsiva" panose="03010101010201010101" pitchFamily="66" charset="0"/>
              </a:rPr>
              <a:t>    </a:t>
            </a:r>
            <a:endParaRPr lang="en-US" altLang="en-US" sz="1800" b="1" u="sng">
              <a:latin typeface="Monotype Corsiva" panose="03010101010201010101" pitchFamily="66" charset="0"/>
            </a:endParaRPr>
          </a:p>
          <a:p>
            <a:pPr lvl="2" eaLnBrk="1" hangingPunct="1"/>
            <a:r>
              <a:rPr lang="en-US" altLang="en-US" sz="1800" b="1" i="1">
                <a:latin typeface="Monotype Corsiva" panose="03010101010201010101" pitchFamily="66" charset="0"/>
              </a:rPr>
              <a:t>         </a:t>
            </a:r>
            <a:r>
              <a:rPr lang="en-US" altLang="en-US" sz="1800" b="1" i="1" u="sng">
                <a:latin typeface="Monotype Corsiva" panose="03010101010201010101" pitchFamily="66" charset="0"/>
              </a:rPr>
              <a:t>Retiring Officer  Remarks</a:t>
            </a:r>
          </a:p>
          <a:p>
            <a:pPr lvl="2" eaLnBrk="1" hangingPunct="1"/>
            <a:endParaRPr lang="en-US" altLang="en-US" sz="1800" b="1" i="1" u="sng">
              <a:latin typeface="Monotype Corsiva" panose="03010101010201010101" pitchFamily="66" charset="0"/>
            </a:endParaRPr>
          </a:p>
          <a:p>
            <a:pPr lvl="2" eaLnBrk="1" hangingPunct="1"/>
            <a:r>
              <a:rPr lang="en-US" altLang="en-US" sz="1800" b="1" i="1">
                <a:latin typeface="Monotype Corsiva" panose="03010101010201010101" pitchFamily="66" charset="0"/>
              </a:rPr>
              <a:t>    </a:t>
            </a:r>
            <a:r>
              <a:rPr lang="en-US" altLang="en-US" sz="1800" b="1" i="1" u="sng">
                <a:latin typeface="Monotype Corsiva" panose="03010101010201010101" pitchFamily="66" charset="0"/>
              </a:rPr>
              <a:t>Master Sergeant LaPointe’s Remarks </a:t>
            </a:r>
          </a:p>
          <a:p>
            <a:pPr lvl="2" eaLnBrk="1" hangingPunct="1"/>
            <a:endParaRPr lang="en-US" altLang="en-US" sz="1800" b="1" i="1" u="sng">
              <a:latin typeface="Monotype Corsiva" panose="03010101010201010101" pitchFamily="66" charset="0"/>
            </a:endParaRPr>
          </a:p>
          <a:p>
            <a:pPr lvl="2" eaLnBrk="1" hangingPunct="1"/>
            <a:r>
              <a:rPr lang="en-US" altLang="en-US" sz="1800" b="1" i="1">
                <a:latin typeface="Monotype Corsiva" panose="03010101010201010101" pitchFamily="66" charset="0"/>
              </a:rPr>
              <a:t>               </a:t>
            </a:r>
            <a:r>
              <a:rPr lang="en-US" altLang="en-US" sz="1800" b="1" i="1" u="sng">
                <a:latin typeface="Monotype Corsiva" panose="03010101010201010101" pitchFamily="66" charset="0"/>
              </a:rPr>
              <a:t>“Anchors Aweigh” </a:t>
            </a:r>
          </a:p>
          <a:p>
            <a:pPr lvl="2" eaLnBrk="1" hangingPunct="1"/>
            <a:endParaRPr lang="en-US" altLang="en-US" sz="1800" b="1" i="1" u="sng">
              <a:latin typeface="Monotype Corsiva" panose="03010101010201010101" pitchFamily="66" charset="0"/>
            </a:endParaRPr>
          </a:p>
          <a:p>
            <a:pPr lvl="2" eaLnBrk="1" hangingPunct="1"/>
            <a:r>
              <a:rPr lang="en-US" altLang="en-US" sz="1800" b="1" i="1">
                <a:latin typeface="Monotype Corsiva" panose="03010101010201010101" pitchFamily="66" charset="0"/>
              </a:rPr>
              <a:t>               </a:t>
            </a:r>
            <a:r>
              <a:rPr lang="en-US" altLang="en-US" sz="1800" b="1" i="1" u="sng">
                <a:latin typeface="Monotype Corsiva" panose="03010101010201010101" pitchFamily="66" charset="0"/>
              </a:rPr>
              <a:t>“Marines’ Hymn”</a:t>
            </a:r>
            <a:endParaRPr lang="en-US" altLang="en-US" sz="1800" b="1" u="sng">
              <a:latin typeface="Monotype Corsiva" panose="03010101010201010101" pitchFamily="66" charset="0"/>
            </a:endParaRPr>
          </a:p>
          <a:p>
            <a:pPr lvl="2" eaLnBrk="1" hangingPunct="1"/>
            <a:endParaRPr lang="en-US" altLang="en-US" sz="1800" b="1" i="1" u="sng">
              <a:latin typeface="Monotype Corsiva" panose="03010101010201010101" pitchFamily="66" charset="0"/>
            </a:endParaRPr>
          </a:p>
          <a:p>
            <a:pPr lvl="2" eaLnBrk="1" hangingPunct="1"/>
            <a:r>
              <a:rPr lang="en-US" altLang="en-US" sz="1800" b="1" i="1">
                <a:latin typeface="Monotype Corsiva" panose="03010101010201010101" pitchFamily="66" charset="0"/>
              </a:rPr>
              <a:t>          </a:t>
            </a:r>
            <a:r>
              <a:rPr lang="en-US" altLang="en-US" sz="1800" b="1" i="1" u="sng">
                <a:latin typeface="Monotype Corsiva" panose="03010101010201010101" pitchFamily="66" charset="0"/>
              </a:rPr>
              <a:t>Conclusion of Ceremony </a:t>
            </a:r>
            <a:endParaRPr lang="en-US" altLang="en-US" sz="1800" b="1"/>
          </a:p>
        </p:txBody>
      </p:sp>
      <p:sp>
        <p:nvSpPr>
          <p:cNvPr id="5123" name="Rectangle 2">
            <a:extLst>
              <a:ext uri="{FF2B5EF4-FFF2-40B4-BE49-F238E27FC236}">
                <a16:creationId xmlns:a16="http://schemas.microsoft.com/office/drawing/2014/main" id="{EECD072D-C7C0-44D2-9618-ACB5BC7C03A7}"/>
              </a:ext>
            </a:extLst>
          </p:cNvPr>
          <p:cNvSpPr>
            <a:spLocks noChangeArrowheads="1"/>
          </p:cNvSpPr>
          <p:nvPr/>
        </p:nvSpPr>
        <p:spPr bwMode="auto">
          <a:xfrm>
            <a:off x="5711825" y="247650"/>
            <a:ext cx="3695700" cy="895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600">
              <a:solidFill>
                <a:srgbClr val="000000"/>
              </a:solidFill>
              <a:latin typeface="Monotype Corsiva" panose="03010101010201010101" pitchFamily="66" charset="0"/>
            </a:endParaRPr>
          </a:p>
          <a:p>
            <a:pPr algn="ctr" eaLnBrk="1" hangingPunct="1">
              <a:lnSpc>
                <a:spcPct val="200000"/>
              </a:lnSpc>
            </a:pPr>
            <a:r>
              <a:rPr lang="en-US" altLang="en-US" sz="2400" b="1" i="1">
                <a:solidFill>
                  <a:srgbClr val="000000"/>
                </a:solidFill>
                <a:latin typeface="Monotype Corsiva" panose="03010101010201010101" pitchFamily="66" charset="0"/>
              </a:rPr>
              <a:t>DEDICATION TO WIFE </a:t>
            </a:r>
            <a:endParaRPr lang="en-US" altLang="en-US" sz="2400" b="1" i="1">
              <a:latin typeface="Monotype Corsiva" panose="03010101010201010101" pitchFamily="66" charset="0"/>
            </a:endParaRPr>
          </a:p>
          <a:p>
            <a:pPr algn="ctr" eaLnBrk="1" hangingPunct="1">
              <a:lnSpc>
                <a:spcPct val="200000"/>
              </a:lnSpc>
              <a:spcBef>
                <a:spcPts val="1200"/>
              </a:spcBef>
            </a:pPr>
            <a:r>
              <a:rPr lang="en-US" altLang="en-US" sz="1200" b="1" i="1">
                <a:latin typeface="Monotype Corsiva" panose="03010101010201010101" pitchFamily="66" charset="0"/>
              </a:rPr>
              <a:t>My Foundation,  My Keeper, My Wife.  </a:t>
            </a:r>
          </a:p>
          <a:p>
            <a:pPr algn="ctr" eaLnBrk="1" hangingPunct="1">
              <a:lnSpc>
                <a:spcPct val="200000"/>
              </a:lnSpc>
              <a:spcBef>
                <a:spcPts val="1200"/>
              </a:spcBef>
            </a:pPr>
            <a:r>
              <a:rPr lang="en-US" altLang="en-US" sz="1200" b="1" i="1">
                <a:latin typeface="Monotype Corsiva" panose="03010101010201010101" pitchFamily="66" charset="0"/>
              </a:rPr>
              <a:t>She wore no uniform, no blues, or cammie green, but she lived the Corps, in the ranks rarely  seen.  She had no chevron upon her arm, salutes she did not give. But in the military world is the place in which she lived. She was not in the chain of command, orders she did not receive. But I am the one who did, this she did not forget. She was not the one, who fired the weapon, who put her life on the line, but her job was just as tough, she was the one left behind.  Though she would not admit it, she is a patriot a brave and prideful soul. The call to serve our country was one all can understand. Behind the lines she saw the things needed to keep this country free. I made the sacrifice, but so did she. I love the one I married. Marine Corps was our life, but you stood among the silent ranks known as the military  wife. </a:t>
            </a:r>
          </a:p>
          <a:p>
            <a:pPr algn="ctr" eaLnBrk="1" hangingPunct="1">
              <a:spcBef>
                <a:spcPts val="1200"/>
              </a:spcBef>
            </a:pPr>
            <a:endParaRPr lang="en-US" altLang="en-US" sz="1600" b="1" i="1">
              <a:latin typeface="Monotype Corsiva" panose="03010101010201010101" pitchFamily="66" charset="0"/>
            </a:endParaRPr>
          </a:p>
          <a:p>
            <a:pPr algn="ctr" eaLnBrk="1" hangingPunct="1">
              <a:spcBef>
                <a:spcPts val="1200"/>
              </a:spcBef>
            </a:pPr>
            <a:endParaRPr lang="en-US" altLang="en-US" sz="1600" b="1" i="1">
              <a:latin typeface="Monotype Corsiva" panose="03010101010201010101" pitchFamily="66" charset="0"/>
            </a:endParaRPr>
          </a:p>
          <a:p>
            <a:pPr algn="ctr" eaLnBrk="1" hangingPunct="1">
              <a:spcBef>
                <a:spcPts val="1200"/>
              </a:spcBef>
            </a:pPr>
            <a:endParaRPr lang="en-US" altLang="en-US" sz="1600" b="1" i="1">
              <a:latin typeface="Monotype Corsiva" panose="03010101010201010101" pitchFamily="66" charset="0"/>
            </a:endParaRPr>
          </a:p>
          <a:p>
            <a:pPr algn="ctr" eaLnBrk="1" hangingPunct="1">
              <a:spcBef>
                <a:spcPts val="1200"/>
              </a:spcBef>
            </a:pPr>
            <a:endParaRPr lang="en-US" altLang="en-US" sz="1600" b="1" i="1">
              <a:latin typeface="Monotype Corsiva" panose="03010101010201010101" pitchFamily="66" charset="0"/>
            </a:endParaRPr>
          </a:p>
          <a:p>
            <a:pPr algn="ctr" eaLnBrk="1" hangingPunct="1">
              <a:spcBef>
                <a:spcPts val="1200"/>
              </a:spcBef>
            </a:pPr>
            <a:endParaRPr lang="en-US" altLang="en-US" sz="1600" b="1" i="1">
              <a:latin typeface="Monotype Corsiva" panose="03010101010201010101" pitchFamily="66" charset="0"/>
            </a:endParaRPr>
          </a:p>
          <a:p>
            <a:pPr algn="ctr" eaLnBrk="1" hangingPunct="1">
              <a:spcBef>
                <a:spcPts val="1200"/>
              </a:spcBef>
            </a:pPr>
            <a:endParaRPr lang="en-US" altLang="en-US" sz="1600" b="1" i="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6531F5A9-756E-46D5-A596-541C9E9DCF2C}"/>
              </a:ext>
            </a:extLst>
          </p:cNvPr>
          <p:cNvSpPr>
            <a:spLocks noChangeArrowheads="1"/>
          </p:cNvSpPr>
          <p:nvPr/>
        </p:nvSpPr>
        <p:spPr bwMode="auto">
          <a:xfrm>
            <a:off x="385763" y="447675"/>
            <a:ext cx="4217987" cy="732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400" b="1" i="1">
                <a:solidFill>
                  <a:srgbClr val="000000"/>
                </a:solidFill>
                <a:latin typeface="Monotype Corsiva" panose="03010101010201010101" pitchFamily="66" charset="0"/>
              </a:rPr>
              <a:t>THE MARINES’ HYMN </a:t>
            </a:r>
            <a:endParaRPr lang="en-US" altLang="en-US" sz="2400" b="1">
              <a:latin typeface="Monotype Corsiva" panose="03010101010201010101" pitchFamily="66" charset="0"/>
            </a:endParaRPr>
          </a:p>
          <a:p>
            <a:pPr algn="ctr" eaLnBrk="1" hangingPunct="1">
              <a:lnSpc>
                <a:spcPct val="150000"/>
              </a:lnSpc>
            </a:pPr>
            <a:r>
              <a:rPr lang="en-US" altLang="en-US" sz="1200" b="1">
                <a:latin typeface="Monotype Corsiva" panose="03010101010201010101" pitchFamily="66" charset="0"/>
              </a:rPr>
              <a:t>From the Halls of Montezuma</a:t>
            </a:r>
          </a:p>
          <a:p>
            <a:pPr algn="ctr" eaLnBrk="1" hangingPunct="1">
              <a:lnSpc>
                <a:spcPct val="150000"/>
              </a:lnSpc>
            </a:pPr>
            <a:r>
              <a:rPr lang="en-US" altLang="en-US" sz="1200" b="1">
                <a:latin typeface="Monotype Corsiva" panose="03010101010201010101" pitchFamily="66" charset="0"/>
              </a:rPr>
              <a:t>To the shores of Tripoli;</a:t>
            </a:r>
          </a:p>
          <a:p>
            <a:pPr algn="ctr" eaLnBrk="1" hangingPunct="1">
              <a:lnSpc>
                <a:spcPct val="150000"/>
              </a:lnSpc>
            </a:pPr>
            <a:r>
              <a:rPr lang="en-US" altLang="en-US" sz="1200" b="1">
                <a:latin typeface="Monotype Corsiva" panose="03010101010201010101" pitchFamily="66" charset="0"/>
              </a:rPr>
              <a:t>We fight our country's battles</a:t>
            </a:r>
          </a:p>
          <a:p>
            <a:pPr algn="ctr" eaLnBrk="1" hangingPunct="1">
              <a:lnSpc>
                <a:spcPct val="150000"/>
              </a:lnSpc>
            </a:pPr>
            <a:r>
              <a:rPr lang="en-US" altLang="en-US" sz="1200" b="1">
                <a:latin typeface="Monotype Corsiva" panose="03010101010201010101" pitchFamily="66" charset="0"/>
              </a:rPr>
              <a:t>In the air, on land, and sea;</a:t>
            </a:r>
          </a:p>
          <a:p>
            <a:pPr algn="ctr" eaLnBrk="1" hangingPunct="1">
              <a:lnSpc>
                <a:spcPct val="150000"/>
              </a:lnSpc>
            </a:pPr>
            <a:r>
              <a:rPr lang="en-US" altLang="en-US" sz="1200" b="1">
                <a:latin typeface="Monotype Corsiva" panose="03010101010201010101" pitchFamily="66" charset="0"/>
              </a:rPr>
              <a:t>First to fight for right and freedom</a:t>
            </a:r>
          </a:p>
          <a:p>
            <a:pPr algn="ctr" eaLnBrk="1" hangingPunct="1">
              <a:lnSpc>
                <a:spcPct val="150000"/>
              </a:lnSpc>
            </a:pPr>
            <a:r>
              <a:rPr lang="en-US" altLang="en-US" sz="1200" b="1">
                <a:latin typeface="Monotype Corsiva" panose="03010101010201010101" pitchFamily="66" charset="0"/>
              </a:rPr>
              <a:t>And to keep our honor clean;</a:t>
            </a:r>
          </a:p>
          <a:p>
            <a:pPr algn="ctr" eaLnBrk="1" hangingPunct="1">
              <a:lnSpc>
                <a:spcPct val="150000"/>
              </a:lnSpc>
            </a:pPr>
            <a:r>
              <a:rPr lang="en-US" altLang="en-US" sz="1200" b="1">
                <a:latin typeface="Monotype Corsiva" panose="03010101010201010101" pitchFamily="66" charset="0"/>
              </a:rPr>
              <a:t>We are proud to claim the title</a:t>
            </a:r>
          </a:p>
          <a:p>
            <a:pPr algn="ctr" eaLnBrk="1" hangingPunct="1">
              <a:lnSpc>
                <a:spcPct val="150000"/>
              </a:lnSpc>
            </a:pPr>
            <a:r>
              <a:rPr lang="en-US" altLang="en-US" sz="1200" b="1">
                <a:latin typeface="Monotype Corsiva" panose="03010101010201010101" pitchFamily="66" charset="0"/>
              </a:rPr>
              <a:t>Of United States Marine.</a:t>
            </a:r>
          </a:p>
          <a:p>
            <a:pPr algn="ctr" eaLnBrk="1" hangingPunct="1">
              <a:lnSpc>
                <a:spcPct val="150000"/>
              </a:lnSpc>
            </a:pPr>
            <a:r>
              <a:rPr lang="en-US" altLang="en-US" sz="1200" b="1">
                <a:latin typeface="Monotype Corsiva" panose="03010101010201010101" pitchFamily="66" charset="0"/>
              </a:rPr>
              <a:t>Our flag’s unfurled to every breeze</a:t>
            </a:r>
          </a:p>
          <a:p>
            <a:pPr algn="ctr" eaLnBrk="1" hangingPunct="1">
              <a:lnSpc>
                <a:spcPct val="150000"/>
              </a:lnSpc>
            </a:pPr>
            <a:r>
              <a:rPr lang="en-US" altLang="en-US" sz="1200" b="1">
                <a:latin typeface="Monotype Corsiva" panose="03010101010201010101" pitchFamily="66" charset="0"/>
              </a:rPr>
              <a:t>From dawn to setting sun;</a:t>
            </a:r>
          </a:p>
          <a:p>
            <a:pPr algn="ctr" eaLnBrk="1" hangingPunct="1">
              <a:lnSpc>
                <a:spcPct val="150000"/>
              </a:lnSpc>
            </a:pPr>
            <a:r>
              <a:rPr lang="en-US" altLang="en-US" sz="1200" b="1">
                <a:latin typeface="Monotype Corsiva" panose="03010101010201010101" pitchFamily="66" charset="0"/>
              </a:rPr>
              <a:t>We have fought in every clime and place</a:t>
            </a:r>
          </a:p>
          <a:p>
            <a:pPr algn="ctr" eaLnBrk="1" hangingPunct="1">
              <a:lnSpc>
                <a:spcPct val="150000"/>
              </a:lnSpc>
            </a:pPr>
            <a:r>
              <a:rPr lang="en-US" altLang="en-US" sz="1200" b="1">
                <a:latin typeface="Monotype Corsiva" panose="03010101010201010101" pitchFamily="66" charset="0"/>
              </a:rPr>
              <a:t>Where we could take a gun;</a:t>
            </a:r>
          </a:p>
          <a:p>
            <a:pPr algn="ctr" eaLnBrk="1" hangingPunct="1">
              <a:lnSpc>
                <a:spcPct val="150000"/>
              </a:lnSpc>
            </a:pPr>
            <a:r>
              <a:rPr lang="en-US" altLang="en-US" sz="1200" b="1">
                <a:latin typeface="Monotype Corsiva" panose="03010101010201010101" pitchFamily="66" charset="0"/>
              </a:rPr>
              <a:t>In the snow of far-off Northern lands</a:t>
            </a:r>
          </a:p>
          <a:p>
            <a:pPr algn="ctr" eaLnBrk="1" hangingPunct="1">
              <a:lnSpc>
                <a:spcPct val="150000"/>
              </a:lnSpc>
            </a:pPr>
            <a:r>
              <a:rPr lang="en-US" altLang="en-US" sz="1200" b="1">
                <a:latin typeface="Monotype Corsiva" panose="03010101010201010101" pitchFamily="66" charset="0"/>
              </a:rPr>
              <a:t>And in sunny tropic scenes,</a:t>
            </a:r>
          </a:p>
          <a:p>
            <a:pPr algn="ctr" eaLnBrk="1" hangingPunct="1">
              <a:lnSpc>
                <a:spcPct val="150000"/>
              </a:lnSpc>
            </a:pPr>
            <a:r>
              <a:rPr lang="en-US" altLang="en-US" sz="1200" b="1">
                <a:latin typeface="Monotype Corsiva" panose="03010101010201010101" pitchFamily="66" charset="0"/>
              </a:rPr>
              <a:t>You will find us always on the job</a:t>
            </a:r>
          </a:p>
          <a:p>
            <a:pPr algn="ctr" eaLnBrk="1" hangingPunct="1">
              <a:lnSpc>
                <a:spcPct val="150000"/>
              </a:lnSpc>
            </a:pPr>
            <a:r>
              <a:rPr lang="en-US" altLang="en-US" sz="1200" b="1">
                <a:latin typeface="Monotype Corsiva" panose="03010101010201010101" pitchFamily="66" charset="0"/>
              </a:rPr>
              <a:t>The United States Marines.</a:t>
            </a:r>
          </a:p>
          <a:p>
            <a:pPr algn="ctr" eaLnBrk="1" hangingPunct="1">
              <a:lnSpc>
                <a:spcPct val="150000"/>
              </a:lnSpc>
            </a:pPr>
            <a:r>
              <a:rPr lang="en-US" altLang="en-US" sz="1200" b="1">
                <a:latin typeface="Monotype Corsiva" panose="03010101010201010101" pitchFamily="66" charset="0"/>
              </a:rPr>
              <a:t>Here's health to you and to our Corps</a:t>
            </a:r>
          </a:p>
          <a:p>
            <a:pPr algn="ctr" eaLnBrk="1" hangingPunct="1">
              <a:lnSpc>
                <a:spcPct val="150000"/>
              </a:lnSpc>
            </a:pPr>
            <a:r>
              <a:rPr lang="en-US" altLang="en-US" sz="1200" b="1">
                <a:latin typeface="Monotype Corsiva" panose="03010101010201010101" pitchFamily="66" charset="0"/>
              </a:rPr>
              <a:t>Which we are proud to serve;</a:t>
            </a:r>
          </a:p>
          <a:p>
            <a:pPr algn="ctr" eaLnBrk="1" hangingPunct="1">
              <a:lnSpc>
                <a:spcPct val="150000"/>
              </a:lnSpc>
            </a:pPr>
            <a:r>
              <a:rPr lang="en-US" altLang="en-US" sz="1200" b="1">
                <a:latin typeface="Monotype Corsiva" panose="03010101010201010101" pitchFamily="66" charset="0"/>
              </a:rPr>
              <a:t>In many a strife we've fought for life</a:t>
            </a:r>
          </a:p>
          <a:p>
            <a:pPr algn="ctr" eaLnBrk="1" hangingPunct="1">
              <a:lnSpc>
                <a:spcPct val="150000"/>
              </a:lnSpc>
            </a:pPr>
            <a:r>
              <a:rPr lang="en-US" altLang="en-US" sz="1200" b="1">
                <a:latin typeface="Monotype Corsiva" panose="03010101010201010101" pitchFamily="66" charset="0"/>
              </a:rPr>
              <a:t>And never lost our nerve.</a:t>
            </a:r>
          </a:p>
          <a:p>
            <a:pPr algn="ctr" eaLnBrk="1" hangingPunct="1">
              <a:lnSpc>
                <a:spcPct val="150000"/>
              </a:lnSpc>
            </a:pPr>
            <a:r>
              <a:rPr lang="en-US" altLang="en-US" sz="1200" b="1">
                <a:latin typeface="Monotype Corsiva" panose="03010101010201010101" pitchFamily="66" charset="0"/>
              </a:rPr>
              <a:t>If the Army and the Navy</a:t>
            </a:r>
          </a:p>
          <a:p>
            <a:pPr algn="ctr" eaLnBrk="1" hangingPunct="1">
              <a:lnSpc>
                <a:spcPct val="150000"/>
              </a:lnSpc>
            </a:pPr>
            <a:r>
              <a:rPr lang="en-US" altLang="en-US" sz="1200" b="1">
                <a:latin typeface="Monotype Corsiva" panose="03010101010201010101" pitchFamily="66" charset="0"/>
              </a:rPr>
              <a:t>Ever look on Heaven's scenes,</a:t>
            </a:r>
          </a:p>
          <a:p>
            <a:pPr algn="ctr" eaLnBrk="1" hangingPunct="1">
              <a:lnSpc>
                <a:spcPct val="150000"/>
              </a:lnSpc>
            </a:pPr>
            <a:r>
              <a:rPr lang="en-US" altLang="en-US" sz="1200" b="1">
                <a:latin typeface="Monotype Corsiva" panose="03010101010201010101" pitchFamily="66" charset="0"/>
              </a:rPr>
              <a:t>They will find the streets are guarded</a:t>
            </a:r>
          </a:p>
          <a:p>
            <a:pPr algn="ctr" eaLnBrk="1" hangingPunct="1">
              <a:lnSpc>
                <a:spcPct val="150000"/>
              </a:lnSpc>
            </a:pPr>
            <a:r>
              <a:rPr lang="en-US" altLang="en-US" sz="1200" b="1">
                <a:latin typeface="Monotype Corsiva" panose="03010101010201010101" pitchFamily="66" charset="0"/>
              </a:rPr>
              <a:t>By United States Marines.</a:t>
            </a:r>
          </a:p>
        </p:txBody>
      </p:sp>
      <p:sp>
        <p:nvSpPr>
          <p:cNvPr id="7171" name="Rectangle 2">
            <a:extLst>
              <a:ext uri="{FF2B5EF4-FFF2-40B4-BE49-F238E27FC236}">
                <a16:creationId xmlns:a16="http://schemas.microsoft.com/office/drawing/2014/main" id="{34668D04-C2CE-4BED-95C8-5054F6DF4D6D}"/>
              </a:ext>
            </a:extLst>
          </p:cNvPr>
          <p:cNvSpPr>
            <a:spLocks noChangeArrowheads="1"/>
          </p:cNvSpPr>
          <p:nvPr/>
        </p:nvSpPr>
        <p:spPr bwMode="auto">
          <a:xfrm>
            <a:off x="5716588" y="-106363"/>
            <a:ext cx="3695700" cy="233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600">
              <a:solidFill>
                <a:srgbClr val="000000"/>
              </a:solidFill>
              <a:latin typeface="Monotype Corsiva" panose="03010101010201010101" pitchFamily="66" charset="0"/>
            </a:endParaRPr>
          </a:p>
          <a:p>
            <a:pPr algn="ctr" eaLnBrk="1" hangingPunct="1">
              <a:spcBef>
                <a:spcPts val="1200"/>
              </a:spcBef>
            </a:pPr>
            <a:endParaRPr lang="en-US" altLang="en-US" sz="1600" b="1" i="1">
              <a:latin typeface="Monotype Corsiva" panose="03010101010201010101" pitchFamily="66" charset="0"/>
            </a:endParaRPr>
          </a:p>
          <a:p>
            <a:pPr algn="ctr" eaLnBrk="1" hangingPunct="1">
              <a:spcBef>
                <a:spcPts val="1200"/>
              </a:spcBef>
            </a:pPr>
            <a:endParaRPr lang="en-US" altLang="en-US" sz="1600" b="1" i="1">
              <a:latin typeface="Monotype Corsiva" panose="03010101010201010101" pitchFamily="66" charset="0"/>
            </a:endParaRPr>
          </a:p>
          <a:p>
            <a:pPr algn="ctr" eaLnBrk="1" hangingPunct="1">
              <a:spcBef>
                <a:spcPts val="1200"/>
              </a:spcBef>
            </a:pPr>
            <a:endParaRPr lang="en-US" altLang="en-US" sz="1600" b="1" i="1">
              <a:latin typeface="Monotype Corsiva" panose="03010101010201010101" pitchFamily="66" charset="0"/>
            </a:endParaRPr>
          </a:p>
          <a:p>
            <a:pPr algn="ctr" eaLnBrk="1" hangingPunct="1">
              <a:spcBef>
                <a:spcPts val="1200"/>
              </a:spcBef>
            </a:pPr>
            <a:endParaRPr lang="en-US" altLang="en-US" sz="1600" b="1" i="1">
              <a:latin typeface="Monotype Corsiva" panose="03010101010201010101" pitchFamily="66" charset="0"/>
            </a:endParaRPr>
          </a:p>
          <a:p>
            <a:pPr algn="ctr" eaLnBrk="1" hangingPunct="1">
              <a:spcBef>
                <a:spcPts val="1200"/>
              </a:spcBef>
            </a:pPr>
            <a:endParaRPr lang="en-US" altLang="en-US" sz="1600" b="1" i="1"/>
          </a:p>
        </p:txBody>
      </p:sp>
      <p:pic>
        <p:nvPicPr>
          <p:cNvPr id="2" name="Picture 1">
            <a:extLst>
              <a:ext uri="{FF2B5EF4-FFF2-40B4-BE49-F238E27FC236}">
                <a16:creationId xmlns:a16="http://schemas.microsoft.com/office/drawing/2014/main" id="{CF025AE6-490F-48F1-AEF6-3A5E9FD3E08B}"/>
              </a:ext>
            </a:extLst>
          </p:cNvPr>
          <p:cNvPicPr>
            <a:picLocks noChangeAspect="1"/>
          </p:cNvPicPr>
          <p:nvPr/>
        </p:nvPicPr>
        <p:blipFill>
          <a:blip r:embed="rId2"/>
          <a:stretch>
            <a:fillRect/>
          </a:stretch>
        </p:blipFill>
        <p:spPr>
          <a:xfrm>
            <a:off x="6069393" y="3102310"/>
            <a:ext cx="2990090" cy="1994622"/>
          </a:xfrm>
          <a:prstGeom prst="ellipse">
            <a:avLst/>
          </a:prstGeom>
          <a:ln>
            <a:noFill/>
          </a:ln>
          <a:effectLst>
            <a:softEdge rad="112500"/>
          </a:effectLst>
        </p:spPr>
      </p:pic>
      <p:pic>
        <p:nvPicPr>
          <p:cNvPr id="3" name="Picture 2">
            <a:extLst>
              <a:ext uri="{FF2B5EF4-FFF2-40B4-BE49-F238E27FC236}">
                <a16:creationId xmlns:a16="http://schemas.microsoft.com/office/drawing/2014/main" id="{56F570C7-8A5C-4975-A68A-6C72AA2DB6A4}"/>
              </a:ext>
            </a:extLst>
          </p:cNvPr>
          <p:cNvPicPr>
            <a:picLocks noChangeAspect="1"/>
          </p:cNvPicPr>
          <p:nvPr/>
        </p:nvPicPr>
        <p:blipFill>
          <a:blip r:embed="rId3"/>
          <a:stretch>
            <a:fillRect/>
          </a:stretch>
        </p:blipFill>
        <p:spPr>
          <a:xfrm>
            <a:off x="6069393" y="334060"/>
            <a:ext cx="3184876" cy="2333107"/>
          </a:xfrm>
          <a:prstGeom prst="rect">
            <a:avLst/>
          </a:prstGeom>
          <a:effectLst>
            <a:glow rad="139700">
              <a:schemeClr val="accent4">
                <a:satMod val="175000"/>
                <a:alpha val="40000"/>
              </a:schemeClr>
            </a:glow>
          </a:effectLst>
        </p:spPr>
      </p:pic>
      <p:pic>
        <p:nvPicPr>
          <p:cNvPr id="7" name="Picture 6">
            <a:extLst>
              <a:ext uri="{FF2B5EF4-FFF2-40B4-BE49-F238E27FC236}">
                <a16:creationId xmlns:a16="http://schemas.microsoft.com/office/drawing/2014/main" id="{2CC870C3-1238-4F99-9C5E-F0422573495D}"/>
              </a:ext>
            </a:extLst>
          </p:cNvPr>
          <p:cNvPicPr>
            <a:picLocks noChangeAspect="1"/>
          </p:cNvPicPr>
          <p:nvPr/>
        </p:nvPicPr>
        <p:blipFill>
          <a:blip r:embed="rId4"/>
          <a:stretch>
            <a:fillRect/>
          </a:stretch>
        </p:blipFill>
        <p:spPr>
          <a:xfrm>
            <a:off x="6540659" y="5364078"/>
            <a:ext cx="2047557" cy="1794912"/>
          </a:xfrm>
          <a:prstGeom prst="rect">
            <a:avLst/>
          </a:prstGeom>
          <a:effectLst>
            <a:glow rad="228600">
              <a:schemeClr val="accent4">
                <a:satMod val="175000"/>
                <a:alpha val="40000"/>
              </a:schemeClr>
            </a:glo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1">
            <a:extLst>
              <a:ext uri="{FF2B5EF4-FFF2-40B4-BE49-F238E27FC236}">
                <a16:creationId xmlns:a16="http://schemas.microsoft.com/office/drawing/2014/main" id="{99DAE5C0-4C36-4560-AE9B-81D2A8713F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550" y="469900"/>
            <a:ext cx="1370013"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Text Box 822">
            <a:extLst>
              <a:ext uri="{FF2B5EF4-FFF2-40B4-BE49-F238E27FC236}">
                <a16:creationId xmlns:a16="http://schemas.microsoft.com/office/drawing/2014/main" id="{518EC7E2-038D-4A64-89F2-B600371FE50A}"/>
              </a:ext>
            </a:extLst>
          </p:cNvPr>
          <p:cNvSpPr txBox="1">
            <a:spLocks noChangeArrowheads="1"/>
          </p:cNvSpPr>
          <p:nvPr/>
        </p:nvSpPr>
        <p:spPr bwMode="auto">
          <a:xfrm>
            <a:off x="228600" y="196850"/>
            <a:ext cx="45720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600" b="1">
                <a:solidFill>
                  <a:srgbClr val="000000"/>
                </a:solidFill>
                <a:latin typeface="Monotype Corsiva" panose="03010101010201010101" pitchFamily="66" charset="0"/>
              </a:rPr>
              <a:t>                                  </a:t>
            </a:r>
            <a:r>
              <a:rPr lang="en-US" altLang="en-US" b="1">
                <a:solidFill>
                  <a:srgbClr val="000000"/>
                </a:solidFill>
                <a:latin typeface="Monotype Corsiva" panose="03010101010201010101" pitchFamily="66" charset="0"/>
              </a:rPr>
              <a:t>Master Sergeant B. P. LaPointe</a:t>
            </a:r>
          </a:p>
          <a:p>
            <a:pPr algn="ctr" eaLnBrk="1" hangingPunct="1"/>
            <a:endParaRPr lang="en-US" altLang="en-US" sz="1000" b="1"/>
          </a:p>
          <a:p>
            <a:pPr algn="ctr" eaLnBrk="1" hangingPunct="1"/>
            <a:endParaRPr lang="en-US" altLang="en-US" sz="1000" b="1"/>
          </a:p>
          <a:p>
            <a:pPr eaLnBrk="1" hangingPunct="1"/>
            <a:r>
              <a:rPr lang="en-US" altLang="en-US" sz="1000" b="1"/>
              <a:t>	</a:t>
            </a:r>
            <a:endParaRPr lang="en-US" altLang="en-US" sz="1000"/>
          </a:p>
        </p:txBody>
      </p:sp>
      <p:sp>
        <p:nvSpPr>
          <p:cNvPr id="8196" name="TextBox 12">
            <a:extLst>
              <a:ext uri="{FF2B5EF4-FFF2-40B4-BE49-F238E27FC236}">
                <a16:creationId xmlns:a16="http://schemas.microsoft.com/office/drawing/2014/main" id="{8AC94728-D011-464B-B9D2-0BA48ADBFB1A}"/>
              </a:ext>
            </a:extLst>
          </p:cNvPr>
          <p:cNvSpPr txBox="1">
            <a:spLocks noChangeArrowheads="1"/>
          </p:cNvSpPr>
          <p:nvPr/>
        </p:nvSpPr>
        <p:spPr bwMode="auto">
          <a:xfrm>
            <a:off x="5259388" y="104775"/>
            <a:ext cx="4473575" cy="486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000" b="1" dirty="0"/>
          </a:p>
          <a:p>
            <a:pPr algn="just"/>
            <a:r>
              <a:rPr lang="en-US" altLang="en-US" sz="1000" b="1" dirty="0"/>
              <a:t>Upon return from deployment Staff Sergeant LaPointe was promoted to Gunnery Sergeant, where he conducted duties as a Battalion FRO, and Company Gunny for H&amp;S Company. Gunnery Sergeant LaPointe transferred to MT Company, MWSS 371, 3d MAW, Yuma, AZ in 2009.  Where he conducted duties as Company First Sergeant, and performed duties as acting Sergeant Major for the MWSS-371 Squadron. During his tour with MWSS-371, Gunnery Sergeant LaPointe deployed as MT Company First Sergeant in support of Operation Enduring Freedom, he was awarded the Navy and Marine Corps Commendation Medal for conduct and performance while supporting an overseas mission.    </a:t>
            </a:r>
          </a:p>
          <a:p>
            <a:endParaRPr lang="en-US" altLang="en-US" sz="1000" b="1" dirty="0"/>
          </a:p>
          <a:p>
            <a:pPr algn="just"/>
            <a:r>
              <a:rPr lang="en-US" altLang="en-US" sz="1000" b="1" dirty="0"/>
              <a:t>Gunnery Sergeant LaPointe was then transferred to MTM Company, 2d Maintenance Battalion, Camp Lejeune, NC. He performed duties as 2d platoon Staff NCOIC, he was quickly transferred to MTM Company First Sergeant and also conducted duties as H&amp;S Company First Sergeant.  </a:t>
            </a:r>
          </a:p>
          <a:p>
            <a:endParaRPr lang="en-US" altLang="en-US" sz="1000" b="1" dirty="0"/>
          </a:p>
          <a:p>
            <a:pPr algn="just"/>
            <a:r>
              <a:rPr lang="en-US" altLang="en-US" sz="1000" b="1" dirty="0"/>
              <a:t>In 2014, Gunnery Sergeant LaPointe was promoted to Master Sergeant and transferred to S-4 to assume all duties and maintain operations within the Battalion. Master Sergeant LaPointe returned to MTM Company, and was selected to participate in a Georgian Liaison Exercise at Bagram AFB, Afghanistan. Master Sergeant LaPointe licensed the Georgians on multiple military vehicles, the first Georgians to be licensed on the wrecker.  </a:t>
            </a:r>
          </a:p>
          <a:p>
            <a:endParaRPr lang="en-US" altLang="en-US" sz="1000" b="1" dirty="0"/>
          </a:p>
          <a:p>
            <a:pPr algn="just"/>
            <a:r>
              <a:rPr lang="en-US" altLang="en-US" sz="1000" b="1" dirty="0"/>
              <a:t>In 2016, Master Sergeant LaPointe returned home and was reassigned to MTM Company, 2d Maintenance Battalion as Platoon Commander, and conducted duties to improve vehicle maintenance and conducted all 3rd Echelon maintenance.  </a:t>
            </a:r>
          </a:p>
          <a:p>
            <a:endParaRPr lang="en-US" altLang="en-US" sz="1000" b="1" dirty="0"/>
          </a:p>
          <a:p>
            <a:r>
              <a:rPr lang="en-US" altLang="en-US" sz="1000" b="1" dirty="0"/>
              <a:t>       </a:t>
            </a:r>
            <a:endParaRPr lang="en-US" altLang="en-US" sz="1000" dirty="0">
              <a:solidFill>
                <a:srgbClr val="000000"/>
              </a:solidFill>
              <a:latin typeface="Times New Roman" panose="02020603050405020304" pitchFamily="18" charset="0"/>
              <a:cs typeface="Times New Roman" panose="02020603050405020304" pitchFamily="18" charset="0"/>
            </a:endParaRPr>
          </a:p>
        </p:txBody>
      </p:sp>
      <p:sp>
        <p:nvSpPr>
          <p:cNvPr id="8197" name="TextBox 2">
            <a:extLst>
              <a:ext uri="{FF2B5EF4-FFF2-40B4-BE49-F238E27FC236}">
                <a16:creationId xmlns:a16="http://schemas.microsoft.com/office/drawing/2014/main" id="{966EF0F7-DF04-4E8B-A4A2-9E2A2B39CE5F}"/>
              </a:ext>
            </a:extLst>
          </p:cNvPr>
          <p:cNvSpPr txBox="1">
            <a:spLocks noChangeArrowheads="1"/>
          </p:cNvSpPr>
          <p:nvPr/>
        </p:nvSpPr>
        <p:spPr bwMode="auto">
          <a:xfrm>
            <a:off x="257175" y="571500"/>
            <a:ext cx="4410075"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sz="1000" dirty="0"/>
              <a:t>                                               </a:t>
            </a:r>
            <a:r>
              <a:rPr lang="en-US" altLang="en-US" sz="1000" b="1" dirty="0"/>
              <a:t>Master Sergeant LaPointe was born in                       </a:t>
            </a:r>
          </a:p>
          <a:p>
            <a:pPr algn="just" eaLnBrk="1" hangingPunct="1"/>
            <a:r>
              <a:rPr lang="en-US" altLang="en-US" sz="1000" b="1" dirty="0"/>
              <a:t>                                               El Paso, Texas. He enlisted in the Marine </a:t>
            </a:r>
          </a:p>
          <a:p>
            <a:pPr algn="just" eaLnBrk="1" hangingPunct="1"/>
            <a:r>
              <a:rPr lang="en-US" altLang="en-US" sz="1000" b="1" dirty="0"/>
              <a:t>                                               Corps in October 1994 and completed                     </a:t>
            </a:r>
          </a:p>
          <a:p>
            <a:pPr algn="just" eaLnBrk="1" hangingPunct="1"/>
            <a:r>
              <a:rPr lang="en-US" altLang="en-US" sz="1000" b="1" dirty="0"/>
              <a:t>                                               recruit training at MCRD San Diego, CA  </a:t>
            </a:r>
          </a:p>
          <a:p>
            <a:pPr algn="just" eaLnBrk="1" hangingPunct="1"/>
            <a:r>
              <a:rPr lang="en-US" altLang="en-US" sz="1000" b="1" dirty="0"/>
              <a:t>                                               during December 1994. Following recruit 	                     training; Private First Class LaPointe                                           	                     attended Marine Combat training at Camp 	                     Pendleton, CA and Automotive 		                     Organizational Maintenance Course 	                     School at Camp Johnson, NC. Upon 	                     completion, he was assigned the MOS   	                     3521, Automotive Mechanic.</a:t>
            </a:r>
          </a:p>
          <a:p>
            <a:pPr eaLnBrk="1" hangingPunct="1"/>
            <a:r>
              <a:rPr lang="en-US" altLang="en-US" sz="1000" b="1" dirty="0"/>
              <a:t> </a:t>
            </a:r>
          </a:p>
          <a:p>
            <a:pPr algn="just" eaLnBrk="1" hangingPunct="1"/>
            <a:r>
              <a:rPr lang="en-US" altLang="en-US" sz="1000" b="1" dirty="0"/>
              <a:t>Private First Class LaPointe reported to Maintenance Company, 3d FSSG, Camp </a:t>
            </a:r>
            <a:r>
              <a:rPr lang="en-US" altLang="en-US" sz="1000" b="1" dirty="0" err="1"/>
              <a:t>Kinser</a:t>
            </a:r>
            <a:r>
              <a:rPr lang="en-US" altLang="en-US" sz="1000" b="1" dirty="0"/>
              <a:t> Okinawa. While assigned to Camp </a:t>
            </a:r>
            <a:r>
              <a:rPr lang="en-US" altLang="en-US" sz="1000" b="1" dirty="0" err="1"/>
              <a:t>Kinser</a:t>
            </a:r>
            <a:r>
              <a:rPr lang="en-US" altLang="en-US" sz="1000" b="1" dirty="0"/>
              <a:t>, he conducted duties as an automotive mechanic. In July 1996, he reported to 8th Communication Battalion, 2d SRIG, II MEF, Camp Lejeune, NC. During his tour at 8th Communication, he pursued the duties of line mechanic. He was promoted to Corporal and held a leadership position as a Quality Control Inspector. </a:t>
            </a:r>
          </a:p>
          <a:p>
            <a:pPr eaLnBrk="1" hangingPunct="1"/>
            <a:r>
              <a:rPr lang="en-US" altLang="en-US" sz="1000" b="1" dirty="0"/>
              <a:t> </a:t>
            </a:r>
          </a:p>
          <a:p>
            <a:pPr algn="just" eaLnBrk="1" hangingPunct="1"/>
            <a:r>
              <a:rPr lang="en-US" altLang="en-US" sz="1000" b="1" dirty="0"/>
              <a:t>Corporal LaPointe was then transferred to MACS-1, MACG 38, 3d Marine Aircraft Wings, Yuma, AZ in March, 1999. While at MCAS-1, he was meritoriously promoted to Sergeant, conducted duties as Licensing NCO and Platoon Sergeant. During his tour Yuma, he was placed in charge of Heavy and Light sections. Sergeant LaPointe was temporarily assigned to Range Maintenance building targets for aircraft fly overs.   </a:t>
            </a:r>
          </a:p>
          <a:p>
            <a:pPr eaLnBrk="1" hangingPunct="1"/>
            <a:r>
              <a:rPr lang="en-US" altLang="en-US" sz="1000" b="1" dirty="0"/>
              <a:t> </a:t>
            </a:r>
          </a:p>
          <a:p>
            <a:pPr algn="just" eaLnBrk="1" hangingPunct="1"/>
            <a:r>
              <a:rPr lang="en-US" altLang="en-US" sz="1000" b="1" dirty="0"/>
              <a:t>Sergeant LaPointe was then assigned a billet of Recruiting. He presented to RS Portsmouth, 1st MCD, RSS, Nashua, Nashua, NH.  While on recruiting duty, Sergeant LaPointe was promoted to Staff Sergeant in 2003. Staff Sergeant LaPointe held the title of Recruiter of the year. Staff Sergeant LaPointe was transferred to the Officer Enlisted Program in Boston, MA.  </a:t>
            </a:r>
            <a:endParaRPr lang="en-US" altLang="en-US" sz="1000" dirty="0"/>
          </a:p>
          <a:p>
            <a:pPr eaLnBrk="1" hangingPunct="1"/>
            <a:endParaRPr lang="en-US" altLang="en-US" sz="1000" dirty="0"/>
          </a:p>
          <a:p>
            <a:pPr algn="just" eaLnBrk="1" hangingPunct="1"/>
            <a:r>
              <a:rPr lang="en-US" altLang="en-US" sz="1000" b="1" dirty="0"/>
              <a:t>Staff Sergeant LaPointe was then transferred to MTM Co, 2d Maintenance Battalion, Camp Lejeune, NC. He was in charge all 3rd Echelon/Wrecker section/licensing for all military vehicles. Staff Sergeant LaPointe deployed in support of Operation Iraqi Freedom in 2008 with CLB-8 as the Maintenance Chief. Staff Sergeant LaPointe received a Navy and Marine Corps Achievement Medal for performance during an overseas tour in 2008.  </a:t>
            </a:r>
          </a:p>
          <a:p>
            <a:pPr eaLnBrk="1" hangingPunct="1"/>
            <a:endParaRPr lang="en-US" altLang="en-US" sz="1000" b="1" dirty="0"/>
          </a:p>
          <a:p>
            <a:pPr eaLnBrk="1" hangingPunct="1"/>
            <a:r>
              <a:rPr lang="en-US" altLang="en-US" sz="1000" b="1" dirty="0"/>
              <a:t>     </a:t>
            </a:r>
            <a:endParaRPr lang="en-US" altLang="en-US" sz="1000" dirty="0"/>
          </a:p>
        </p:txBody>
      </p:sp>
      <p:pic>
        <p:nvPicPr>
          <p:cNvPr id="3" name="Picture 2">
            <a:extLst>
              <a:ext uri="{FF2B5EF4-FFF2-40B4-BE49-F238E27FC236}">
                <a16:creationId xmlns:a16="http://schemas.microsoft.com/office/drawing/2014/main" id="{4F60C9CC-AE51-4F36-A919-A4686F5B7461}"/>
              </a:ext>
            </a:extLst>
          </p:cNvPr>
          <p:cNvPicPr>
            <a:picLocks noChangeAspect="1"/>
          </p:cNvPicPr>
          <p:nvPr/>
        </p:nvPicPr>
        <p:blipFill>
          <a:blip r:embed="rId3"/>
          <a:stretch>
            <a:fillRect/>
          </a:stretch>
        </p:blipFill>
        <p:spPr>
          <a:xfrm>
            <a:off x="5791200" y="4862171"/>
            <a:ext cx="3718560" cy="2221341"/>
          </a:xfrm>
          <a:prstGeom prst="rect">
            <a:avLst/>
          </a:prstGeom>
          <a:effectLst>
            <a:glow rad="228600">
              <a:schemeClr val="accent4">
                <a:satMod val="175000"/>
                <a:alpha val="40000"/>
              </a:schemeClr>
            </a:glow>
          </a:effectLst>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19175"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19175"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5078</TotalTime>
  <Words>1116</Words>
  <Application>Microsoft Office PowerPoint</Application>
  <PresentationFormat>Custom</PresentationFormat>
  <Paragraphs>105</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Monotype Corsiva</vt:lpstr>
      <vt:lpstr>Times New Roman</vt:lpstr>
      <vt:lpstr>Default Design</vt:lpstr>
      <vt:lpstr>PowerPoint Presentation</vt:lpstr>
      <vt:lpstr>PowerPoint Presentation</vt:lpstr>
      <vt:lpstr>PowerPoint Presentation</vt:lpstr>
      <vt:lpstr>PowerPoint Presentation</vt:lpstr>
    </vt:vector>
  </TitlesOfParts>
  <Company>US Army, Fort Sill, OK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DOIM</dc:creator>
  <cp:lastModifiedBy>Uribe MGySgt A (Fredo)</cp:lastModifiedBy>
  <cp:revision>269</cp:revision>
  <cp:lastPrinted>2017-11-30T20:56:36Z</cp:lastPrinted>
  <dcterms:created xsi:type="dcterms:W3CDTF">2007-11-06T15:55:06Z</dcterms:created>
  <dcterms:modified xsi:type="dcterms:W3CDTF">2024-07-21T15:59:06Z</dcterms:modified>
</cp:coreProperties>
</file>