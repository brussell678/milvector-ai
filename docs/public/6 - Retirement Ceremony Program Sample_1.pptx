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Lst>
  <p:sldSz cx="10058400" cy="7772400"/>
  <p:notesSz cx="7023100" cy="93091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orient="horz" pos="150">
          <p15:clr>
            <a:srgbClr val="A4A3A4"/>
          </p15:clr>
        </p15:guide>
        <p15:guide id="3" orient="horz" pos="4746">
          <p15:clr>
            <a:srgbClr val="A4A3A4"/>
          </p15:clr>
        </p15:guide>
        <p15:guide id="4" pos="3168">
          <p15:clr>
            <a:srgbClr val="A4A3A4"/>
          </p15:clr>
        </p15:guide>
        <p15:guide id="5" pos="1595">
          <p15:clr>
            <a:srgbClr val="A4A3A4"/>
          </p15:clr>
        </p15:guide>
        <p15:guide id="6" pos="4765">
          <p15:clr>
            <a:srgbClr val="A4A3A4"/>
          </p15:clr>
        </p15:guide>
        <p15:guide id="7" pos="144">
          <p15:clr>
            <a:srgbClr val="A4A3A4"/>
          </p15:clr>
        </p15:guide>
        <p15:guide id="8" pos="6192">
          <p15:clr>
            <a:srgbClr val="A4A3A4"/>
          </p15:clr>
        </p15:guide>
        <p15:guide id="9" pos="3313">
          <p15:clr>
            <a:srgbClr val="A4A3A4"/>
          </p15:clr>
        </p15:guide>
        <p15:guide id="10" pos="302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2431"/>
    <a:srgbClr val="8C7F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8A87AD-AAD2-CF35-56FC-4ACD84329A09}" v="3" dt="2022-06-29T07:12:10.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4" autoAdjust="0"/>
    <p:restoredTop sz="94660"/>
  </p:normalViewPr>
  <p:slideViewPr>
    <p:cSldViewPr showGuides="1">
      <p:cViewPr varScale="1">
        <p:scale>
          <a:sx n="61" d="100"/>
          <a:sy n="61" d="100"/>
        </p:scale>
        <p:origin x="954" y="66"/>
      </p:cViewPr>
      <p:guideLst>
        <p:guide orient="horz" pos="2448"/>
        <p:guide orient="horz" pos="150"/>
        <p:guide orient="horz" pos="4746"/>
        <p:guide pos="3168"/>
        <p:guide pos="1595"/>
        <p:guide pos="4765"/>
        <p:guide pos="144"/>
        <p:guide pos="6192"/>
        <p:guide pos="3313"/>
        <p:guide pos="3023"/>
      </p:guideLst>
    </p:cSldViewPr>
  </p:slideViewPr>
  <p:notesTextViewPr>
    <p:cViewPr>
      <p:scale>
        <a:sx n="100" d="100"/>
        <a:sy n="100" d="100"/>
      </p:scale>
      <p:origin x="0" y="0"/>
    </p:cViewPr>
  </p:notesText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p:spPr>
        <p:txBody>
          <a:bodyPr/>
          <a:lstStyle/>
          <a:p>
            <a:r>
              <a:rPr lang="en-US"/>
              <a:t>Click to edit Master title style</a:t>
            </a:r>
          </a:p>
        </p:txBody>
      </p:sp>
      <p:sp>
        <p:nvSpPr>
          <p:cNvPr id="3" name="Subtitle 2"/>
          <p:cNvSpPr>
            <a:spLocks noGrp="1"/>
          </p:cNvSpPr>
          <p:nvPr>
            <p:ph type="subTitle" idx="1"/>
          </p:nvPr>
        </p:nvSpPr>
        <p:spPr>
          <a:xfrm>
            <a:off x="1508760" y="4404360"/>
            <a:ext cx="7040880" cy="1986280"/>
          </a:xfrm>
        </p:spPr>
        <p:txBody>
          <a:bodyPr/>
          <a:lstStyle>
            <a:lvl1pPr marL="0" indent="0" algn="ctr">
              <a:buNone/>
              <a:defRPr>
                <a:solidFill>
                  <a:schemeClr val="tx1">
                    <a:tint val="75000"/>
                  </a:schemeClr>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7960AA2-4A0E-467E-A6BC-E7C17D8A25BB}"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960AA2-4A0E-467E-A6BC-E7C17D8A25BB}"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87"/>
            <a:ext cx="8549640" cy="1543685"/>
          </a:xfrm>
        </p:spPr>
        <p:txBody>
          <a:bodyPr anchor="t"/>
          <a:lstStyle>
            <a:lvl1pPr algn="l">
              <a:defRPr sz="4500" b="1" cap="all"/>
            </a:lvl1pPr>
          </a:lstStyle>
          <a:p>
            <a:r>
              <a:rPr lang="en-US"/>
              <a:t>Click to edit Master title style</a:t>
            </a:r>
          </a:p>
        </p:txBody>
      </p:sp>
      <p:sp>
        <p:nvSpPr>
          <p:cNvPr id="3" name="Text Placeholder 2"/>
          <p:cNvSpPr>
            <a:spLocks noGrp="1"/>
          </p:cNvSpPr>
          <p:nvPr>
            <p:ph type="body" idx="1"/>
          </p:nvPr>
        </p:nvSpPr>
        <p:spPr>
          <a:xfrm>
            <a:off x="794544" y="3294275"/>
            <a:ext cx="8549640" cy="1700212"/>
          </a:xfrm>
        </p:spPr>
        <p:txBody>
          <a:bodyPr anchor="b"/>
          <a:lstStyle>
            <a:lvl1pPr marL="0" indent="0">
              <a:buNone/>
              <a:defRPr sz="2200">
                <a:solidFill>
                  <a:schemeClr val="tx1">
                    <a:tint val="75000"/>
                  </a:schemeClr>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960AA2-4A0E-467E-A6BC-E7C17D8A25BB}"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2920" y="1813560"/>
            <a:ext cx="4442460" cy="512942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3020" y="1813560"/>
            <a:ext cx="4442460" cy="512942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960AA2-4A0E-467E-A6BC-E7C17D8A25BB}"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2920" y="1739795"/>
            <a:ext cx="4444207" cy="725064"/>
          </a:xfr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4" name="Content Placeholder 3"/>
          <p:cNvSpPr>
            <a:spLocks noGrp="1"/>
          </p:cNvSpPr>
          <p:nvPr>
            <p:ph sz="half" idx="2"/>
          </p:nvPr>
        </p:nvSpPr>
        <p:spPr>
          <a:xfrm>
            <a:off x="502920" y="2464859"/>
            <a:ext cx="4444207"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09528" y="1739795"/>
            <a:ext cx="4445953" cy="725064"/>
          </a:xfr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109528" y="2464859"/>
            <a:ext cx="4445953" cy="4478126"/>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7960AA2-4A0E-467E-A6BC-E7C17D8A25BB}" type="datetimeFigureOut">
              <a:rPr lang="en-US" smtClean="0"/>
              <a:pPr/>
              <a:t>5/14/2024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960AA2-4A0E-467E-A6BC-E7C17D8A25BB}" type="datetimeFigureOut">
              <a:rPr lang="en-US" smtClean="0"/>
              <a:pPr/>
              <a:t>5/14/2024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960AA2-4A0E-467E-A6BC-E7C17D8A25BB}" type="datetimeFigureOut">
              <a:rPr lang="en-US" smtClean="0"/>
              <a:pPr/>
              <a:t>5/14/2024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2921" y="309457"/>
            <a:ext cx="3309144" cy="1316990"/>
          </a:xfrm>
        </p:spPr>
        <p:txBody>
          <a:bodyPr anchor="b"/>
          <a:lstStyle>
            <a:lvl1pPr algn="l">
              <a:defRPr sz="2200" b="1"/>
            </a:lvl1pPr>
          </a:lstStyle>
          <a:p>
            <a:r>
              <a:rPr lang="en-US"/>
              <a:t>Click to edit Master title style</a:t>
            </a:r>
          </a:p>
        </p:txBody>
      </p:sp>
      <p:sp>
        <p:nvSpPr>
          <p:cNvPr id="3" name="Content Placeholder 2"/>
          <p:cNvSpPr>
            <a:spLocks noGrp="1"/>
          </p:cNvSpPr>
          <p:nvPr>
            <p:ph idx="1"/>
          </p:nvPr>
        </p:nvSpPr>
        <p:spPr>
          <a:xfrm>
            <a:off x="3932555" y="309457"/>
            <a:ext cx="5622925" cy="663352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2921" y="1626447"/>
            <a:ext cx="3309144" cy="5316538"/>
          </a:xfrm>
        </p:spPr>
        <p:txBody>
          <a:bodyPr/>
          <a:lstStyle>
            <a:lvl1pPr marL="0" indent="0">
              <a:buNone/>
              <a:defRPr sz="1600"/>
            </a:lvl1pPr>
            <a:lvl2pPr marL="509412" indent="0">
              <a:buNone/>
              <a:defRPr sz="1300"/>
            </a:lvl2pPr>
            <a:lvl3pPr marL="1018824" indent="0">
              <a:buNone/>
              <a:defRPr sz="1100"/>
            </a:lvl3pPr>
            <a:lvl4pPr marL="1528237" indent="0">
              <a:buNone/>
              <a:defRPr sz="1000"/>
            </a:lvl4pPr>
            <a:lvl5pPr marL="2037649" indent="0">
              <a:buNone/>
              <a:defRPr sz="1000"/>
            </a:lvl5pPr>
            <a:lvl6pPr marL="2547061" indent="0">
              <a:buNone/>
              <a:defRPr sz="1000"/>
            </a:lvl6pPr>
            <a:lvl7pPr marL="3056473" indent="0">
              <a:buNone/>
              <a:defRPr sz="1000"/>
            </a:lvl7pPr>
            <a:lvl8pPr marL="3565886" indent="0">
              <a:buNone/>
              <a:defRPr sz="1000"/>
            </a:lvl8pPr>
            <a:lvl9pPr marL="407529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960AA2-4A0E-467E-A6BC-E7C17D8A25BB}"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1517" y="5440680"/>
            <a:ext cx="6035040" cy="642303"/>
          </a:xfrm>
        </p:spPr>
        <p:txBody>
          <a:bodyPr anchor="b"/>
          <a:lstStyle>
            <a:lvl1pPr algn="l">
              <a:defRPr sz="2200" b="1"/>
            </a:lvl1pPr>
          </a:lstStyle>
          <a:p>
            <a:r>
              <a:rPr lang="en-US"/>
              <a:t>Click to edit Master title style</a:t>
            </a:r>
          </a:p>
        </p:txBody>
      </p:sp>
      <p:sp>
        <p:nvSpPr>
          <p:cNvPr id="3" name="Picture Placeholder 2"/>
          <p:cNvSpPr>
            <a:spLocks noGrp="1"/>
          </p:cNvSpPr>
          <p:nvPr>
            <p:ph type="pic" idx="1"/>
          </p:nvPr>
        </p:nvSpPr>
        <p:spPr>
          <a:xfrm>
            <a:off x="1971517" y="694478"/>
            <a:ext cx="6035040" cy="4663440"/>
          </a:xfrm>
        </p:spPr>
        <p:txBody>
          <a:bodyPr/>
          <a:lstStyle>
            <a:lvl1pPr marL="0" indent="0">
              <a:buNone/>
              <a:defRPr sz="3600"/>
            </a:lvl1pPr>
            <a:lvl2pPr marL="509412" indent="0">
              <a:buNone/>
              <a:defRPr sz="3100"/>
            </a:lvl2pPr>
            <a:lvl3pPr marL="1018824" indent="0">
              <a:buNone/>
              <a:defRPr sz="2700"/>
            </a:lvl3pPr>
            <a:lvl4pPr marL="1528237" indent="0">
              <a:buNone/>
              <a:defRPr sz="2200"/>
            </a:lvl4pPr>
            <a:lvl5pPr marL="2037649" indent="0">
              <a:buNone/>
              <a:defRPr sz="2200"/>
            </a:lvl5pPr>
            <a:lvl6pPr marL="2547061" indent="0">
              <a:buNone/>
              <a:defRPr sz="2200"/>
            </a:lvl6pPr>
            <a:lvl7pPr marL="3056473" indent="0">
              <a:buNone/>
              <a:defRPr sz="2200"/>
            </a:lvl7pPr>
            <a:lvl8pPr marL="3565886" indent="0">
              <a:buNone/>
              <a:defRPr sz="2200"/>
            </a:lvl8pPr>
            <a:lvl9pPr marL="4075298" indent="0">
              <a:buNone/>
              <a:defRPr sz="2200"/>
            </a:lvl9pPr>
          </a:lstStyle>
          <a:p>
            <a:endParaRPr lang="en-US"/>
          </a:p>
        </p:txBody>
      </p:sp>
      <p:sp>
        <p:nvSpPr>
          <p:cNvPr id="4" name="Text Placeholder 3"/>
          <p:cNvSpPr>
            <a:spLocks noGrp="1"/>
          </p:cNvSpPr>
          <p:nvPr>
            <p:ph type="body" sz="half" idx="2"/>
          </p:nvPr>
        </p:nvSpPr>
        <p:spPr>
          <a:xfrm>
            <a:off x="1971517" y="6082983"/>
            <a:ext cx="6035040" cy="912177"/>
          </a:xfrm>
        </p:spPr>
        <p:txBody>
          <a:bodyPr/>
          <a:lstStyle>
            <a:lvl1pPr marL="0" indent="0">
              <a:buNone/>
              <a:defRPr sz="1600"/>
            </a:lvl1pPr>
            <a:lvl2pPr marL="509412" indent="0">
              <a:buNone/>
              <a:defRPr sz="1300"/>
            </a:lvl2pPr>
            <a:lvl3pPr marL="1018824" indent="0">
              <a:buNone/>
              <a:defRPr sz="1100"/>
            </a:lvl3pPr>
            <a:lvl4pPr marL="1528237" indent="0">
              <a:buNone/>
              <a:defRPr sz="1000"/>
            </a:lvl4pPr>
            <a:lvl5pPr marL="2037649" indent="0">
              <a:buNone/>
              <a:defRPr sz="1000"/>
            </a:lvl5pPr>
            <a:lvl6pPr marL="2547061" indent="0">
              <a:buNone/>
              <a:defRPr sz="1000"/>
            </a:lvl6pPr>
            <a:lvl7pPr marL="3056473" indent="0">
              <a:buNone/>
              <a:defRPr sz="1000"/>
            </a:lvl7pPr>
            <a:lvl8pPr marL="3565886" indent="0">
              <a:buNone/>
              <a:defRPr sz="1000"/>
            </a:lvl8pPr>
            <a:lvl9pPr marL="407529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960AA2-4A0E-467E-A6BC-E7C17D8A25BB}" type="datetimeFigureOut">
              <a:rPr lang="en-US" smtClean="0"/>
              <a:pPr/>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960AA2-4A0E-467E-A6BC-E7C17D8A25BB}"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2340" y="311257"/>
            <a:ext cx="2263140" cy="66317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2920" y="311257"/>
            <a:ext cx="6621780" cy="66317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960AA2-4A0E-467E-A6BC-E7C17D8A25BB}" type="datetimeFigureOut">
              <a:rPr lang="en-US" smtClean="0"/>
              <a:pPr/>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AD7E7-A0C6-441A-8607-69D70D445AE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311256"/>
            <a:ext cx="9052560" cy="1295400"/>
          </a:xfrm>
          <a:prstGeom prst="rect">
            <a:avLst/>
          </a:prstGeom>
        </p:spPr>
        <p:txBody>
          <a:bodyPr vert="horz" lIns="101882" tIns="50941" rIns="101882" bIns="50941" rtlCol="0" anchor="ctr">
            <a:normAutofit/>
          </a:bodyPr>
          <a:lstStyle/>
          <a:p>
            <a:r>
              <a:rPr lang="en-US"/>
              <a:t>Click to edit Master title style</a:t>
            </a:r>
          </a:p>
        </p:txBody>
      </p:sp>
      <p:sp>
        <p:nvSpPr>
          <p:cNvPr id="3" name="Text Placeholder 2"/>
          <p:cNvSpPr>
            <a:spLocks noGrp="1"/>
          </p:cNvSpPr>
          <p:nvPr>
            <p:ph type="body" idx="1"/>
          </p:nvPr>
        </p:nvSpPr>
        <p:spPr>
          <a:xfrm>
            <a:off x="502920" y="1813560"/>
            <a:ext cx="9052560" cy="5129425"/>
          </a:xfrm>
          <a:prstGeom prst="rect">
            <a:avLst/>
          </a:prstGeom>
        </p:spPr>
        <p:txBody>
          <a:bodyPr vert="horz" lIns="101882" tIns="50941" rIns="101882" bIns="5094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2920" y="7203864"/>
            <a:ext cx="2346960" cy="413808"/>
          </a:xfrm>
          <a:prstGeom prst="rect">
            <a:avLst/>
          </a:prstGeom>
        </p:spPr>
        <p:txBody>
          <a:bodyPr vert="horz" lIns="101882" tIns="50941" rIns="101882" bIns="50941" rtlCol="0" anchor="ctr"/>
          <a:lstStyle>
            <a:lvl1pPr algn="l">
              <a:defRPr sz="1300">
                <a:solidFill>
                  <a:schemeClr val="tx1">
                    <a:tint val="75000"/>
                  </a:schemeClr>
                </a:solidFill>
              </a:defRPr>
            </a:lvl1pPr>
          </a:lstStyle>
          <a:p>
            <a:fld id="{D7960AA2-4A0E-467E-A6BC-E7C17D8A25BB}" type="datetimeFigureOut">
              <a:rPr lang="en-US" smtClean="0"/>
              <a:pPr/>
              <a:t>5/14/2024</a:t>
            </a:fld>
            <a:endParaRPr lang="en-US"/>
          </a:p>
        </p:txBody>
      </p:sp>
      <p:sp>
        <p:nvSpPr>
          <p:cNvPr id="5" name="Footer Placeholder 4"/>
          <p:cNvSpPr>
            <a:spLocks noGrp="1"/>
          </p:cNvSpPr>
          <p:nvPr>
            <p:ph type="ftr" sz="quarter" idx="3"/>
          </p:nvPr>
        </p:nvSpPr>
        <p:spPr>
          <a:xfrm>
            <a:off x="3436620" y="7203864"/>
            <a:ext cx="3185160" cy="413808"/>
          </a:xfrm>
          <a:prstGeom prst="rect">
            <a:avLst/>
          </a:prstGeom>
        </p:spPr>
        <p:txBody>
          <a:bodyPr vert="horz" lIns="101882" tIns="50941" rIns="101882" bIns="50941"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08520" y="7203864"/>
            <a:ext cx="2346960" cy="413808"/>
          </a:xfrm>
          <a:prstGeom prst="rect">
            <a:avLst/>
          </a:prstGeom>
        </p:spPr>
        <p:txBody>
          <a:bodyPr vert="horz" lIns="101882" tIns="50941" rIns="101882" bIns="50941" rtlCol="0" anchor="ctr"/>
          <a:lstStyle>
            <a:lvl1pPr algn="r">
              <a:defRPr sz="1300">
                <a:solidFill>
                  <a:schemeClr val="tx1">
                    <a:tint val="75000"/>
                  </a:schemeClr>
                </a:solidFill>
              </a:defRPr>
            </a:lvl1pPr>
          </a:lstStyle>
          <a:p>
            <a:fld id="{A2AAD7E7-A0C6-441A-8607-69D70D445AE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18824" rtl="0" eaLnBrk="1" latinLnBrk="0" hangingPunct="1">
        <a:spcBef>
          <a:spcPct val="0"/>
        </a:spcBef>
        <a:buNone/>
        <a:defRPr sz="4900" kern="1200">
          <a:solidFill>
            <a:schemeClr val="tx1"/>
          </a:solidFill>
          <a:latin typeface="+mj-lt"/>
          <a:ea typeface="+mj-ea"/>
          <a:cs typeface="+mj-cs"/>
        </a:defRPr>
      </a:lvl1pPr>
    </p:titleStyle>
    <p:bodyStyle>
      <a:lvl1pPr marL="382059" indent="-382059" algn="l" defTabSz="101882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27795" indent="-318383" algn="l" defTabSz="1018824" rtl="0" eaLnBrk="1" latinLnBrk="0" hangingPunct="1">
        <a:spcBef>
          <a:spcPct val="20000"/>
        </a:spcBef>
        <a:buFont typeface="Arial" pitchFamily="34" charset="0"/>
        <a:buChar char="–"/>
        <a:defRPr sz="3100" kern="1200">
          <a:solidFill>
            <a:schemeClr val="tx1"/>
          </a:solidFill>
          <a:latin typeface="+mn-lt"/>
          <a:ea typeface="+mn-ea"/>
          <a:cs typeface="+mn-cs"/>
        </a:defRPr>
      </a:lvl2pPr>
      <a:lvl3pPr marL="1273531" indent="-254706" algn="l" defTabSz="101882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782943"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4pPr>
      <a:lvl5pPr marL="2292355"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5pPr>
      <a:lvl6pPr marL="2801767"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Y:\REPROGRAPHICS\ARCHIVE\CLIPART &amp; GRAPHICS\FLAGS\CROSS FLAGS DRAWING 2013_CUT OUT.jpg"/>
          <p:cNvPicPr>
            <a:picLocks noChangeAspect="1" noChangeArrowheads="1"/>
          </p:cNvPicPr>
          <p:nvPr/>
        </p:nvPicPr>
        <p:blipFill>
          <a:blip r:embed="rId2" cstate="print"/>
          <a:srcRect/>
          <a:stretch>
            <a:fillRect/>
          </a:stretch>
        </p:blipFill>
        <p:spPr bwMode="auto">
          <a:xfrm>
            <a:off x="5532120" y="2128737"/>
            <a:ext cx="4191000" cy="4866423"/>
          </a:xfrm>
          <a:prstGeom prst="rect">
            <a:avLst/>
          </a:prstGeom>
          <a:noFill/>
        </p:spPr>
      </p:pic>
      <p:sp>
        <p:nvSpPr>
          <p:cNvPr id="12" name="Rectangle 11"/>
          <p:cNvSpPr/>
          <p:nvPr/>
        </p:nvSpPr>
        <p:spPr>
          <a:xfrm>
            <a:off x="5029200" y="129540"/>
            <a:ext cx="5029200" cy="2180369"/>
          </a:xfrm>
          <a:prstGeom prst="rect">
            <a:avLst/>
          </a:prstGeom>
        </p:spPr>
        <p:txBody>
          <a:bodyPr wrap="square" lIns="101882" tIns="50941" rIns="101882" bIns="50941">
            <a:spAutoFit/>
          </a:bodyPr>
          <a:lstStyle/>
          <a:p>
            <a:pPr algn="ctr"/>
            <a:r>
              <a:rPr lang="en-US" sz="2700" b="1" dirty="0">
                <a:latin typeface="Monotype Corsiva" pitchFamily="66" charset="0"/>
              </a:rPr>
              <a:t>Welcome to the</a:t>
            </a:r>
          </a:p>
          <a:p>
            <a:pPr algn="ctr"/>
            <a:r>
              <a:rPr lang="en-US" sz="2700" b="1" dirty="0">
                <a:latin typeface="Monotype Corsiva" pitchFamily="66" charset="0"/>
              </a:rPr>
              <a:t>Retirement Ceremony</a:t>
            </a:r>
          </a:p>
          <a:p>
            <a:pPr algn="ctr"/>
            <a:r>
              <a:rPr lang="en-US" sz="2700" b="1" dirty="0">
                <a:latin typeface="Monotype Corsiva" pitchFamily="66" charset="0"/>
              </a:rPr>
              <a:t>of</a:t>
            </a:r>
          </a:p>
          <a:p>
            <a:pPr algn="ctr"/>
            <a:r>
              <a:rPr lang="en-US" sz="2700" b="1" dirty="0">
                <a:latin typeface="Monotype Corsiva" pitchFamily="66" charset="0"/>
              </a:rPr>
              <a:t>Rank</a:t>
            </a:r>
          </a:p>
          <a:p>
            <a:pPr algn="ctr"/>
            <a:r>
              <a:rPr lang="en-US" sz="2700" b="1" dirty="0">
                <a:latin typeface="Monotype Corsiva" pitchFamily="66" charset="0"/>
              </a:rPr>
              <a:t>Name M. Name</a:t>
            </a:r>
          </a:p>
        </p:txBody>
      </p:sp>
      <p:sp>
        <p:nvSpPr>
          <p:cNvPr id="13" name="Rectangle 12"/>
          <p:cNvSpPr/>
          <p:nvPr/>
        </p:nvSpPr>
        <p:spPr>
          <a:xfrm>
            <a:off x="5029200" y="6840589"/>
            <a:ext cx="5029200" cy="779985"/>
          </a:xfrm>
          <a:prstGeom prst="rect">
            <a:avLst/>
          </a:prstGeom>
        </p:spPr>
        <p:txBody>
          <a:bodyPr wrap="square" lIns="101882" tIns="50941" rIns="101882" bIns="50941">
            <a:spAutoFit/>
          </a:bodyPr>
          <a:lstStyle/>
          <a:p>
            <a:pPr algn="ctr"/>
            <a:r>
              <a:rPr lang="en-US" sz="2200" b="1" dirty="0">
                <a:latin typeface="Monotype Corsiva" pitchFamily="66" charset="0"/>
              </a:rPr>
              <a:t>XX Month 20XX</a:t>
            </a:r>
          </a:p>
          <a:p>
            <a:pPr algn="ctr"/>
            <a:r>
              <a:rPr lang="en-US" sz="2200" b="1" dirty="0">
                <a:latin typeface="Monotype Corsiva" pitchFamily="66" charset="0"/>
              </a:rPr>
              <a:t>Location</a:t>
            </a:r>
          </a:p>
        </p:txBody>
      </p:sp>
      <p:pic>
        <p:nvPicPr>
          <p:cNvPr id="1027" name="Picture 3" descr="A:\6-Archive\1-Graphics\Logos\EGA\Recruitment EGA\EGA BLACK MODER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5205" y="5729640"/>
            <a:ext cx="1075340" cy="11187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0" y="7112220"/>
            <a:ext cx="5029200" cy="523220"/>
          </a:xfrm>
          <a:prstGeom prst="rect">
            <a:avLst/>
          </a:prstGeom>
          <a:noFill/>
        </p:spPr>
        <p:txBody>
          <a:bodyPr wrap="square" rtlCol="0">
            <a:spAutoFit/>
          </a:bodyPr>
          <a:lstStyle/>
          <a:p>
            <a:pPr algn="ctr"/>
            <a:r>
              <a:rPr lang="en-US" sz="2800" dirty="0" err="1">
                <a:latin typeface="Monotype Corsiva" pitchFamily="66" charset="0"/>
              </a:rPr>
              <a:t>Semper</a:t>
            </a:r>
            <a:r>
              <a:rPr lang="en-US" sz="2800" dirty="0">
                <a:latin typeface="Monotype Corsiva" pitchFamily="66" charset="0"/>
              </a:rPr>
              <a:t> </a:t>
            </a:r>
            <a:r>
              <a:rPr lang="en-US" sz="2800" dirty="0" err="1">
                <a:latin typeface="Monotype Corsiva" pitchFamily="66" charset="0"/>
              </a:rPr>
              <a:t>Fidelis</a:t>
            </a:r>
            <a:endParaRPr lang="en-US" sz="2800" dirty="0">
              <a:latin typeface="Monotype Corsiva" pitchFamily="66" charset="0"/>
            </a:endParaRPr>
          </a:p>
        </p:txBody>
      </p:sp>
      <p:sp>
        <p:nvSpPr>
          <p:cNvPr id="10" name="TextBox 9"/>
          <p:cNvSpPr txBox="1"/>
          <p:nvPr/>
        </p:nvSpPr>
        <p:spPr>
          <a:xfrm>
            <a:off x="-1855" y="6827325"/>
            <a:ext cx="5029200" cy="400110"/>
          </a:xfrm>
          <a:prstGeom prst="rect">
            <a:avLst/>
          </a:prstGeom>
          <a:noFill/>
        </p:spPr>
        <p:txBody>
          <a:bodyPr wrap="square" rtlCol="0">
            <a:spAutoFit/>
          </a:bodyPr>
          <a:lstStyle/>
          <a:p>
            <a:pPr algn="ctr"/>
            <a:r>
              <a:rPr lang="en-US" dirty="0">
                <a:latin typeface="Times New Roman" pitchFamily="18" charset="0"/>
                <a:cs typeface="Times New Roman" pitchFamily="18" charset="0"/>
              </a:rPr>
              <a:t>Honor – Courage - Commitment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Documents and Settings\Graphics 3\Desktop\MARINE 05.jpg"/>
          <p:cNvPicPr>
            <a:picLocks noChangeAspect="1" noChangeArrowheads="1"/>
          </p:cNvPicPr>
          <p:nvPr/>
        </p:nvPicPr>
        <p:blipFill>
          <a:blip r:embed="rId2" cstate="print"/>
          <a:srcRect/>
          <a:stretch>
            <a:fillRect/>
          </a:stretch>
        </p:blipFill>
        <p:spPr bwMode="auto">
          <a:xfrm>
            <a:off x="5413250" y="5947147"/>
            <a:ext cx="3254246" cy="1587528"/>
          </a:xfrm>
          <a:prstGeom prst="rect">
            <a:avLst/>
          </a:prstGeom>
          <a:noFill/>
        </p:spPr>
      </p:pic>
      <p:sp>
        <p:nvSpPr>
          <p:cNvPr id="5" name="Rectangle 4"/>
          <p:cNvSpPr/>
          <p:nvPr/>
        </p:nvSpPr>
        <p:spPr>
          <a:xfrm>
            <a:off x="0" y="912635"/>
            <a:ext cx="5029200" cy="3740861"/>
          </a:xfrm>
          <a:prstGeom prst="rect">
            <a:avLst/>
          </a:prstGeom>
        </p:spPr>
        <p:txBody>
          <a:bodyPr wrap="square" lIns="101882" tIns="50941" rIns="101882" bIns="50941" anchor="t">
            <a:spAutoFit/>
          </a:bodyPr>
          <a:lstStyle/>
          <a:p>
            <a:pPr algn="ctr">
              <a:lnSpc>
                <a:spcPct val="150000"/>
              </a:lnSpc>
            </a:pPr>
            <a:r>
              <a:rPr lang="en-US" dirty="0">
                <a:latin typeface="Times New Roman" pitchFamily="18" charset="0"/>
                <a:cs typeface="Times New Roman" pitchFamily="18" charset="0"/>
              </a:rPr>
              <a:t>Invocation</a:t>
            </a:r>
          </a:p>
          <a:p>
            <a:pPr algn="ctr">
              <a:lnSpc>
                <a:spcPct val="150000"/>
              </a:lnSpc>
            </a:pPr>
            <a:r>
              <a:rPr lang="en-US" dirty="0">
                <a:latin typeface="Times New Roman" pitchFamily="18" charset="0"/>
                <a:cs typeface="Times New Roman" pitchFamily="18" charset="0"/>
              </a:rPr>
              <a:t>National Anthem</a:t>
            </a:r>
          </a:p>
          <a:p>
            <a:pPr algn="ctr">
              <a:lnSpc>
                <a:spcPct val="150000"/>
              </a:lnSpc>
            </a:pPr>
            <a:r>
              <a:rPr lang="en-US" dirty="0">
                <a:latin typeface="Times New Roman" pitchFamily="18" charset="0"/>
                <a:cs typeface="Times New Roman" pitchFamily="18" charset="0"/>
              </a:rPr>
              <a:t>Attention to Orders</a:t>
            </a:r>
          </a:p>
          <a:p>
            <a:pPr algn="ctr">
              <a:lnSpc>
                <a:spcPct val="150000"/>
              </a:lnSpc>
            </a:pPr>
            <a:r>
              <a:rPr lang="en-US" dirty="0">
                <a:latin typeface="Times New Roman" pitchFamily="18" charset="0"/>
                <a:cs typeface="Times New Roman" pitchFamily="18" charset="0"/>
              </a:rPr>
              <a:t>Award Presentation</a:t>
            </a:r>
          </a:p>
          <a:p>
            <a:pPr algn="ctr">
              <a:lnSpc>
                <a:spcPct val="150000"/>
              </a:lnSpc>
            </a:pPr>
            <a:r>
              <a:rPr lang="en-US" dirty="0">
                <a:latin typeface="Times New Roman" pitchFamily="18" charset="0"/>
                <a:cs typeface="Times New Roman" pitchFamily="18" charset="0"/>
              </a:rPr>
              <a:t>Retirement of ___________________</a:t>
            </a:r>
          </a:p>
          <a:p>
            <a:pPr algn="ctr">
              <a:lnSpc>
                <a:spcPct val="150000"/>
              </a:lnSpc>
            </a:pPr>
            <a:r>
              <a:rPr lang="en-US" dirty="0">
                <a:latin typeface="Times New Roman" pitchFamily="18" charset="0"/>
                <a:cs typeface="Times New Roman" pitchFamily="18" charset="0"/>
              </a:rPr>
              <a:t>Marines’ Hymn</a:t>
            </a:r>
          </a:p>
          <a:p>
            <a:pPr algn="ctr">
              <a:lnSpc>
                <a:spcPct val="150000"/>
              </a:lnSpc>
            </a:pPr>
            <a:r>
              <a:rPr lang="en-US" dirty="0">
                <a:latin typeface="Times New Roman" pitchFamily="18" charset="0"/>
                <a:cs typeface="Times New Roman" pitchFamily="18" charset="0"/>
              </a:rPr>
              <a:t>Dismissal</a:t>
            </a:r>
          </a:p>
          <a:p>
            <a:pPr algn="ctr">
              <a:lnSpc>
                <a:spcPct val="150000"/>
              </a:lnSpc>
            </a:pPr>
            <a:r>
              <a:rPr lang="en-US" dirty="0">
                <a:latin typeface="Times New Roman" pitchFamily="18" charset="0"/>
                <a:cs typeface="Times New Roman" pitchFamily="18" charset="0"/>
              </a:rPr>
              <a:t>Reception</a:t>
            </a:r>
          </a:p>
        </p:txBody>
      </p:sp>
      <p:sp>
        <p:nvSpPr>
          <p:cNvPr id="6" name="Rectangle 5"/>
          <p:cNvSpPr/>
          <p:nvPr/>
        </p:nvSpPr>
        <p:spPr>
          <a:xfrm>
            <a:off x="0" y="141805"/>
            <a:ext cx="5029200" cy="518375"/>
          </a:xfrm>
          <a:prstGeom prst="rect">
            <a:avLst/>
          </a:prstGeom>
        </p:spPr>
        <p:txBody>
          <a:bodyPr wrap="square" lIns="101882" tIns="50941" rIns="101882" bIns="50941">
            <a:spAutoFit/>
          </a:bodyPr>
          <a:lstStyle/>
          <a:p>
            <a:pPr algn="ctr"/>
            <a:r>
              <a:rPr lang="en-US" sz="2700" b="1" dirty="0">
                <a:latin typeface="Monotype Corsiva" pitchFamily="66" charset="0"/>
              </a:rPr>
              <a:t>Sequence of Events</a:t>
            </a:r>
          </a:p>
        </p:txBody>
      </p:sp>
      <p:sp>
        <p:nvSpPr>
          <p:cNvPr id="8" name="Rectangle 7"/>
          <p:cNvSpPr/>
          <p:nvPr/>
        </p:nvSpPr>
        <p:spPr>
          <a:xfrm>
            <a:off x="5031055" y="1063506"/>
            <a:ext cx="5029200" cy="4934969"/>
          </a:xfrm>
          <a:prstGeom prst="rect">
            <a:avLst/>
          </a:prstGeom>
        </p:spPr>
        <p:txBody>
          <a:bodyPr lIns="101882" tIns="50941" rIns="101882" bIns="50941">
            <a:spAutoFit/>
          </a:bodyPr>
          <a:lstStyle/>
          <a:p>
            <a:pPr algn="ctr"/>
            <a:r>
              <a:rPr lang="en-US" sz="1200" dirty="0">
                <a:latin typeface="Monotype Corsiva" pitchFamily="66" charset="0"/>
              </a:rPr>
              <a:t>From the Halls of Montezuma</a:t>
            </a:r>
          </a:p>
          <a:p>
            <a:pPr algn="ctr"/>
            <a:r>
              <a:rPr lang="en-US" sz="1200" dirty="0">
                <a:latin typeface="Monotype Corsiva" pitchFamily="66" charset="0"/>
              </a:rPr>
              <a:t>To the shores of Tripoli,</a:t>
            </a:r>
          </a:p>
          <a:p>
            <a:pPr algn="ctr"/>
            <a:r>
              <a:rPr lang="en-US" sz="1200" dirty="0">
                <a:latin typeface="Monotype Corsiva" pitchFamily="66" charset="0"/>
              </a:rPr>
              <a:t>We fight our country's battles</a:t>
            </a:r>
          </a:p>
          <a:p>
            <a:pPr algn="ctr"/>
            <a:r>
              <a:rPr lang="en-US" sz="1200" dirty="0">
                <a:latin typeface="Monotype Corsiva" pitchFamily="66" charset="0"/>
              </a:rPr>
              <a:t>In the air, on land and sea.</a:t>
            </a:r>
          </a:p>
          <a:p>
            <a:pPr algn="ctr"/>
            <a:r>
              <a:rPr lang="en-US" sz="1200" dirty="0">
                <a:latin typeface="Monotype Corsiva" pitchFamily="66" charset="0"/>
              </a:rPr>
              <a:t>First to fight for right and freedom,</a:t>
            </a:r>
          </a:p>
          <a:p>
            <a:pPr algn="ctr"/>
            <a:r>
              <a:rPr lang="en-US" sz="1200" dirty="0">
                <a:latin typeface="Monotype Corsiva" pitchFamily="66" charset="0"/>
              </a:rPr>
              <a:t>And to keep our honor clean,</a:t>
            </a:r>
          </a:p>
          <a:p>
            <a:pPr algn="ctr"/>
            <a:r>
              <a:rPr lang="en-US" sz="1200" dirty="0">
                <a:latin typeface="Monotype Corsiva" pitchFamily="66" charset="0"/>
              </a:rPr>
              <a:t>We are proud to claim the title of</a:t>
            </a:r>
          </a:p>
          <a:p>
            <a:pPr algn="ctr"/>
            <a:r>
              <a:rPr lang="en-US" sz="1200" dirty="0">
                <a:latin typeface="Monotype Corsiva" pitchFamily="66" charset="0"/>
              </a:rPr>
              <a:t>United States Marines.</a:t>
            </a:r>
          </a:p>
          <a:p>
            <a:pPr algn="ctr"/>
            <a:endParaRPr lang="en-US" sz="1200" dirty="0">
              <a:latin typeface="Monotype Corsiva" pitchFamily="66" charset="0"/>
            </a:endParaRPr>
          </a:p>
          <a:p>
            <a:pPr algn="ctr"/>
            <a:r>
              <a:rPr lang="en-US" sz="1200" dirty="0">
                <a:latin typeface="Monotype Corsiva" pitchFamily="66" charset="0"/>
              </a:rPr>
              <a:t>Our flag's unfurled to every breeze</a:t>
            </a:r>
          </a:p>
          <a:p>
            <a:pPr algn="ctr"/>
            <a:r>
              <a:rPr lang="en-US" sz="1200" dirty="0">
                <a:latin typeface="Monotype Corsiva" pitchFamily="66" charset="0"/>
              </a:rPr>
              <a:t>From dawn to setting sun;</a:t>
            </a:r>
          </a:p>
          <a:p>
            <a:pPr algn="ctr"/>
            <a:r>
              <a:rPr lang="en-US" sz="1200" dirty="0">
                <a:latin typeface="Monotype Corsiva" pitchFamily="66" charset="0"/>
              </a:rPr>
              <a:t>We have fought in every clime and place</a:t>
            </a:r>
          </a:p>
          <a:p>
            <a:pPr algn="ctr"/>
            <a:r>
              <a:rPr lang="en-US" sz="1200" dirty="0">
                <a:latin typeface="Monotype Corsiva" pitchFamily="66" charset="0"/>
              </a:rPr>
              <a:t>Where we could take a gun.</a:t>
            </a:r>
          </a:p>
          <a:p>
            <a:pPr algn="ctr"/>
            <a:r>
              <a:rPr lang="en-US" sz="1200" dirty="0">
                <a:latin typeface="Monotype Corsiva" pitchFamily="66" charset="0"/>
              </a:rPr>
              <a:t>In the snow of far-off northern lands</a:t>
            </a:r>
          </a:p>
          <a:p>
            <a:pPr algn="ctr"/>
            <a:r>
              <a:rPr lang="en-US" sz="1200" dirty="0">
                <a:latin typeface="Monotype Corsiva" pitchFamily="66" charset="0"/>
              </a:rPr>
              <a:t>And in sunny tropic scenes,</a:t>
            </a:r>
          </a:p>
          <a:p>
            <a:pPr algn="ctr"/>
            <a:r>
              <a:rPr lang="en-US" sz="1200" dirty="0">
                <a:latin typeface="Monotype Corsiva" pitchFamily="66" charset="0"/>
              </a:rPr>
              <a:t>You will find us always on the job</a:t>
            </a:r>
          </a:p>
          <a:p>
            <a:pPr algn="ctr"/>
            <a:r>
              <a:rPr lang="en-US" sz="1200" dirty="0">
                <a:latin typeface="Monotype Corsiva" pitchFamily="66" charset="0"/>
              </a:rPr>
              <a:t>The United States Marines.</a:t>
            </a:r>
          </a:p>
          <a:p>
            <a:pPr algn="ctr"/>
            <a:endParaRPr lang="en-US" sz="1200" dirty="0">
              <a:latin typeface="Monotype Corsiva" pitchFamily="66" charset="0"/>
            </a:endParaRPr>
          </a:p>
          <a:p>
            <a:pPr algn="ctr"/>
            <a:r>
              <a:rPr lang="en-US" sz="1200" dirty="0">
                <a:latin typeface="Monotype Corsiva" pitchFamily="66" charset="0"/>
              </a:rPr>
              <a:t>Here's health to you and to our Corps</a:t>
            </a:r>
          </a:p>
          <a:p>
            <a:pPr algn="ctr"/>
            <a:r>
              <a:rPr lang="en-US" sz="1200" dirty="0">
                <a:latin typeface="Monotype Corsiva" pitchFamily="66" charset="0"/>
              </a:rPr>
              <a:t>Which we are proud to serve;</a:t>
            </a:r>
          </a:p>
          <a:p>
            <a:pPr algn="ctr"/>
            <a:r>
              <a:rPr lang="en-US" sz="1200" dirty="0">
                <a:latin typeface="Monotype Corsiva" pitchFamily="66" charset="0"/>
              </a:rPr>
              <a:t>In many a strife we've fought for life</a:t>
            </a:r>
          </a:p>
          <a:p>
            <a:pPr algn="ctr"/>
            <a:r>
              <a:rPr lang="en-US" sz="1200" dirty="0">
                <a:latin typeface="Monotype Corsiva" pitchFamily="66" charset="0"/>
              </a:rPr>
              <a:t>And never lost our nerve.</a:t>
            </a:r>
          </a:p>
          <a:p>
            <a:pPr algn="ctr"/>
            <a:r>
              <a:rPr lang="en-US" sz="1200" dirty="0">
                <a:latin typeface="Monotype Corsiva" pitchFamily="66" charset="0"/>
              </a:rPr>
              <a:t>If the Army and the Navy</a:t>
            </a:r>
          </a:p>
          <a:p>
            <a:pPr algn="ctr"/>
            <a:r>
              <a:rPr lang="en-US" sz="1200" dirty="0">
                <a:latin typeface="Monotype Corsiva" pitchFamily="66" charset="0"/>
              </a:rPr>
              <a:t>Ever look on Heaven's scenes,</a:t>
            </a:r>
          </a:p>
          <a:p>
            <a:pPr algn="ctr"/>
            <a:r>
              <a:rPr lang="en-US" sz="1200" dirty="0">
                <a:latin typeface="Monotype Corsiva" pitchFamily="66" charset="0"/>
              </a:rPr>
              <a:t>They will find the streets are guarded by</a:t>
            </a:r>
          </a:p>
          <a:p>
            <a:pPr algn="ctr"/>
            <a:r>
              <a:rPr lang="en-US" sz="1200" dirty="0">
                <a:latin typeface="Monotype Corsiva" pitchFamily="66" charset="0"/>
              </a:rPr>
              <a:t>United States Marines.</a:t>
            </a:r>
          </a:p>
        </p:txBody>
      </p:sp>
      <p:grpSp>
        <p:nvGrpSpPr>
          <p:cNvPr id="43" name="Group 42"/>
          <p:cNvGrpSpPr/>
          <p:nvPr/>
        </p:nvGrpSpPr>
        <p:grpSpPr>
          <a:xfrm>
            <a:off x="1025943" y="660180"/>
            <a:ext cx="2979300" cy="246727"/>
            <a:chOff x="1025943" y="660180"/>
            <a:chExt cx="2979300" cy="246727"/>
          </a:xfrm>
        </p:grpSpPr>
        <p:pic>
          <p:nvPicPr>
            <p:cNvPr id="13" name="Picture 6" descr="Y:\REPROGRAPHICS\ARCHIVE\CLIPART &amp; GRAPHICS\LOGOS\EGAs &amp; USMC SEALs\EGA BLACK MODERN copy.gif"/>
            <p:cNvPicPr>
              <a:picLocks noChangeAspect="1" noChangeArrowheads="1"/>
            </p:cNvPicPr>
            <p:nvPr/>
          </p:nvPicPr>
          <p:blipFill>
            <a:blip r:embed="rId3" cstate="print"/>
            <a:srcRect/>
            <a:stretch>
              <a:fillRect/>
            </a:stretch>
          </p:blipFill>
          <p:spPr bwMode="auto">
            <a:xfrm>
              <a:off x="2410162" y="660180"/>
              <a:ext cx="230168" cy="246727"/>
            </a:xfrm>
            <a:prstGeom prst="rect">
              <a:avLst/>
            </a:prstGeom>
            <a:noFill/>
          </p:spPr>
        </p:pic>
        <p:cxnSp>
          <p:nvCxnSpPr>
            <p:cNvPr id="20" name="Straight Connector 19"/>
            <p:cNvCxnSpPr/>
            <p:nvPr/>
          </p:nvCxnSpPr>
          <p:spPr>
            <a:xfrm>
              <a:off x="1025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269350"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747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747943"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sp>
        <p:nvSpPr>
          <p:cNvPr id="37" name="Rectangle 36"/>
          <p:cNvSpPr/>
          <p:nvPr/>
        </p:nvSpPr>
        <p:spPr>
          <a:xfrm>
            <a:off x="5031055" y="160915"/>
            <a:ext cx="5029200" cy="518375"/>
          </a:xfrm>
          <a:prstGeom prst="rect">
            <a:avLst/>
          </a:prstGeom>
        </p:spPr>
        <p:txBody>
          <a:bodyPr wrap="square" lIns="101882" tIns="50941" rIns="101882" bIns="50941">
            <a:spAutoFit/>
          </a:bodyPr>
          <a:lstStyle/>
          <a:p>
            <a:pPr algn="ctr"/>
            <a:r>
              <a:rPr lang="en-US" sz="2700" b="1" dirty="0">
                <a:latin typeface="Monotype Corsiva" pitchFamily="66" charset="0"/>
              </a:rPr>
              <a:t>Marines’ Hymn</a:t>
            </a:r>
          </a:p>
        </p:txBody>
      </p:sp>
      <p:grpSp>
        <p:nvGrpSpPr>
          <p:cNvPr id="44" name="Group 43"/>
          <p:cNvGrpSpPr/>
          <p:nvPr/>
        </p:nvGrpSpPr>
        <p:grpSpPr>
          <a:xfrm>
            <a:off x="6056998" y="679290"/>
            <a:ext cx="2979300" cy="246727"/>
            <a:chOff x="6056998" y="679290"/>
            <a:chExt cx="2979300" cy="246727"/>
          </a:xfrm>
        </p:grpSpPr>
        <p:pic>
          <p:nvPicPr>
            <p:cNvPr id="38" name="Picture 6" descr="Y:\REPROGRAPHICS\ARCHIVE\CLIPART &amp; GRAPHICS\LOGOS\EGAs &amp; USMC SEALs\EGA BLACK MODERN copy.gif"/>
            <p:cNvPicPr>
              <a:picLocks noChangeAspect="1" noChangeArrowheads="1"/>
            </p:cNvPicPr>
            <p:nvPr/>
          </p:nvPicPr>
          <p:blipFill>
            <a:blip r:embed="rId3" cstate="print"/>
            <a:srcRect/>
            <a:stretch>
              <a:fillRect/>
            </a:stretch>
          </p:blipFill>
          <p:spPr bwMode="auto">
            <a:xfrm>
              <a:off x="7441217" y="679290"/>
              <a:ext cx="230168" cy="246727"/>
            </a:xfrm>
            <a:prstGeom prst="rect">
              <a:avLst/>
            </a:prstGeom>
            <a:noFill/>
          </p:spPr>
        </p:pic>
        <p:cxnSp>
          <p:nvCxnSpPr>
            <p:cNvPr id="39" name="Straight Connector 38"/>
            <p:cNvCxnSpPr/>
            <p:nvPr/>
          </p:nvCxnSpPr>
          <p:spPr>
            <a:xfrm>
              <a:off x="6056998" y="79543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300405" y="83896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778998" y="79543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778998" y="83896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pic>
        <p:nvPicPr>
          <p:cNvPr id="48" name="Picture 2" descr="Y:\REPROGRAPHICS\ARCHIVE\CLIPART &amp; GRAPHICS\FLAGS\FLAGS IN FORMATION.jpg"/>
          <p:cNvPicPr>
            <a:picLocks noChangeAspect="1" noChangeArrowheads="1"/>
          </p:cNvPicPr>
          <p:nvPr/>
        </p:nvPicPr>
        <p:blipFill>
          <a:blip r:embed="rId4" cstate="print"/>
          <a:srcRect/>
          <a:stretch>
            <a:fillRect/>
          </a:stretch>
        </p:blipFill>
        <p:spPr bwMode="auto">
          <a:xfrm>
            <a:off x="689435" y="5257866"/>
            <a:ext cx="3686880" cy="230108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03885" y="1079029"/>
            <a:ext cx="4418075" cy="4842636"/>
          </a:xfrm>
          <a:prstGeom prst="rect">
            <a:avLst/>
          </a:prstGeom>
        </p:spPr>
        <p:txBody>
          <a:bodyPr wrap="square" lIns="101882" tIns="50941" rIns="101882" bIns="50941">
            <a:spAutoFit/>
          </a:bodyPr>
          <a:lstStyle/>
          <a:p>
            <a:pPr algn="just"/>
            <a:r>
              <a:rPr lang="en-US" sz="1600" dirty="0">
                <a:latin typeface="Monotype Corsiva" pitchFamily="66" charset="0"/>
              </a:rPr>
              <a:t>Almighty Father whose command is overall and whose love never fails, make me aware of Thy presence and obedient to Thy will.  Keep me true to my best self, guarding me against dishonesty in purpose and deed and helping me to live so that I can face my fellow Marines, my loved ones, and Thee without shame or fear.  Protect my family.  Give me the will to do the work of a Marine and to accept my share of responsibilities with vigor and enthusiasm.  Grant me the courage to be proficient in my </a:t>
            </a:r>
            <a:r>
              <a:rPr lang="en-US" sz="1800" dirty="0">
                <a:latin typeface="Monotype Corsiva" pitchFamily="66" charset="0"/>
              </a:rPr>
              <a:t>daily</a:t>
            </a:r>
            <a:r>
              <a:rPr lang="en-US" sz="1600" dirty="0">
                <a:latin typeface="Monotype Corsiva" pitchFamily="66" charset="0"/>
              </a:rPr>
              <a:t> performance.  Keep me loyal and faithful to my superiors and to the </a:t>
            </a:r>
            <a:r>
              <a:rPr lang="en-US" sz="1800" dirty="0">
                <a:latin typeface="Monotype Corsiva" pitchFamily="66" charset="0"/>
              </a:rPr>
              <a:t>duties</a:t>
            </a:r>
            <a:r>
              <a:rPr lang="en-US" sz="1600" dirty="0">
                <a:latin typeface="Monotype Corsiva" pitchFamily="66" charset="0"/>
              </a:rPr>
              <a:t> my country and the Marine Corps have entrusted to me.  Make me considerate of those committed to my leadership.  Help me to wear my uniform with dignity and let it remind me daily of the traditions which I must uphold.  If I am inclined to doubt, steady my faith; if I am tempted, make me strong to resist; if I should miss the mark, give the courage to try again.  Guide me with the light of truth and grant me wisdom by which I may understand the answers to my prayer.</a:t>
            </a:r>
          </a:p>
        </p:txBody>
      </p:sp>
      <p:sp>
        <p:nvSpPr>
          <p:cNvPr id="11" name="Rectangle 10"/>
          <p:cNvSpPr/>
          <p:nvPr/>
        </p:nvSpPr>
        <p:spPr>
          <a:xfrm>
            <a:off x="4097822" y="5995022"/>
            <a:ext cx="624138" cy="349098"/>
          </a:xfrm>
          <a:prstGeom prst="rect">
            <a:avLst/>
          </a:prstGeom>
        </p:spPr>
        <p:txBody>
          <a:bodyPr wrap="none" lIns="101882" tIns="50941" rIns="101882" bIns="50941">
            <a:spAutoFit/>
          </a:bodyPr>
          <a:lstStyle/>
          <a:p>
            <a:r>
              <a:rPr lang="en-US" sz="1600" dirty="0">
                <a:latin typeface="Monotype Corsiva" pitchFamily="66" charset="0"/>
              </a:rPr>
              <a:t>Amen</a:t>
            </a:r>
          </a:p>
        </p:txBody>
      </p:sp>
      <p:sp>
        <p:nvSpPr>
          <p:cNvPr id="25" name="Rectangle 24"/>
          <p:cNvSpPr/>
          <p:nvPr/>
        </p:nvSpPr>
        <p:spPr>
          <a:xfrm>
            <a:off x="0" y="141805"/>
            <a:ext cx="5029200" cy="518375"/>
          </a:xfrm>
          <a:prstGeom prst="rect">
            <a:avLst/>
          </a:prstGeom>
        </p:spPr>
        <p:txBody>
          <a:bodyPr wrap="square" lIns="101882" tIns="50941" rIns="101882" bIns="50941">
            <a:spAutoFit/>
          </a:bodyPr>
          <a:lstStyle/>
          <a:p>
            <a:pPr algn="ctr"/>
            <a:r>
              <a:rPr lang="en-US" sz="2700" b="1" dirty="0">
                <a:latin typeface="Monotype Corsiva" pitchFamily="66" charset="0"/>
              </a:rPr>
              <a:t>The Marine’s Prayer</a:t>
            </a:r>
          </a:p>
        </p:txBody>
      </p:sp>
      <p:grpSp>
        <p:nvGrpSpPr>
          <p:cNvPr id="26" name="Group 25"/>
          <p:cNvGrpSpPr/>
          <p:nvPr/>
        </p:nvGrpSpPr>
        <p:grpSpPr>
          <a:xfrm>
            <a:off x="1025943" y="660180"/>
            <a:ext cx="2979300" cy="246727"/>
            <a:chOff x="1025943" y="660180"/>
            <a:chExt cx="2979300" cy="246727"/>
          </a:xfrm>
        </p:grpSpPr>
        <p:pic>
          <p:nvPicPr>
            <p:cNvPr id="27" name="Picture 6" descr="Y:\REPROGRAPHICS\ARCHIVE\CLIPART &amp; GRAPHICS\LOGOS\EGAs &amp; USMC SEALs\EGA BLACK MODERN copy.gif"/>
            <p:cNvPicPr>
              <a:picLocks noChangeAspect="1" noChangeArrowheads="1"/>
            </p:cNvPicPr>
            <p:nvPr/>
          </p:nvPicPr>
          <p:blipFill>
            <a:blip r:embed="rId2" cstate="print"/>
            <a:srcRect/>
            <a:stretch>
              <a:fillRect/>
            </a:stretch>
          </p:blipFill>
          <p:spPr bwMode="auto">
            <a:xfrm>
              <a:off x="2410162" y="660180"/>
              <a:ext cx="230168" cy="246727"/>
            </a:xfrm>
            <a:prstGeom prst="rect">
              <a:avLst/>
            </a:prstGeom>
            <a:noFill/>
          </p:spPr>
        </p:pic>
        <p:cxnSp>
          <p:nvCxnSpPr>
            <p:cNvPr id="28" name="Straight Connector 27"/>
            <p:cNvCxnSpPr/>
            <p:nvPr/>
          </p:nvCxnSpPr>
          <p:spPr>
            <a:xfrm>
              <a:off x="1025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269350"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747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7943"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sp>
        <p:nvSpPr>
          <p:cNvPr id="32" name="Rectangle 31"/>
          <p:cNvSpPr/>
          <p:nvPr/>
        </p:nvSpPr>
        <p:spPr>
          <a:xfrm>
            <a:off x="5031055" y="160915"/>
            <a:ext cx="5029200" cy="518375"/>
          </a:xfrm>
          <a:prstGeom prst="rect">
            <a:avLst/>
          </a:prstGeom>
        </p:spPr>
        <p:txBody>
          <a:bodyPr wrap="square" lIns="101882" tIns="50941" rIns="101882" bIns="50941">
            <a:spAutoFit/>
          </a:bodyPr>
          <a:lstStyle/>
          <a:p>
            <a:pPr algn="ctr"/>
            <a:r>
              <a:rPr lang="en-US" sz="2700" b="1" dirty="0">
                <a:latin typeface="Monotype Corsiva" pitchFamily="66" charset="0"/>
              </a:rPr>
              <a:t>Welcome</a:t>
            </a:r>
          </a:p>
        </p:txBody>
      </p:sp>
      <p:grpSp>
        <p:nvGrpSpPr>
          <p:cNvPr id="33" name="Group 32"/>
          <p:cNvGrpSpPr/>
          <p:nvPr/>
        </p:nvGrpSpPr>
        <p:grpSpPr>
          <a:xfrm>
            <a:off x="6056998" y="679290"/>
            <a:ext cx="2979300" cy="246727"/>
            <a:chOff x="6056998" y="679290"/>
            <a:chExt cx="2979300" cy="246727"/>
          </a:xfrm>
        </p:grpSpPr>
        <p:pic>
          <p:nvPicPr>
            <p:cNvPr id="34" name="Picture 6" descr="Y:\REPROGRAPHICS\ARCHIVE\CLIPART &amp; GRAPHICS\LOGOS\EGAs &amp; USMC SEALs\EGA BLACK MODERN copy.gif"/>
            <p:cNvPicPr>
              <a:picLocks noChangeAspect="1" noChangeArrowheads="1"/>
            </p:cNvPicPr>
            <p:nvPr/>
          </p:nvPicPr>
          <p:blipFill>
            <a:blip r:embed="rId2" cstate="print"/>
            <a:srcRect/>
            <a:stretch>
              <a:fillRect/>
            </a:stretch>
          </p:blipFill>
          <p:spPr bwMode="auto">
            <a:xfrm>
              <a:off x="7441217" y="679290"/>
              <a:ext cx="230168" cy="246727"/>
            </a:xfrm>
            <a:prstGeom prst="rect">
              <a:avLst/>
            </a:prstGeom>
            <a:noFill/>
          </p:spPr>
        </p:pic>
        <p:cxnSp>
          <p:nvCxnSpPr>
            <p:cNvPr id="35" name="Straight Connector 34"/>
            <p:cNvCxnSpPr/>
            <p:nvPr/>
          </p:nvCxnSpPr>
          <p:spPr>
            <a:xfrm>
              <a:off x="6056998" y="79543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300405" y="83896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7778998" y="79543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7778998" y="83896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sp>
        <p:nvSpPr>
          <p:cNvPr id="39" name="Rectangle 38"/>
          <p:cNvSpPr/>
          <p:nvPr/>
        </p:nvSpPr>
        <p:spPr>
          <a:xfrm>
            <a:off x="5029200" y="929015"/>
            <a:ext cx="5029200" cy="2817531"/>
          </a:xfrm>
          <a:prstGeom prst="rect">
            <a:avLst/>
          </a:prstGeom>
        </p:spPr>
        <p:txBody>
          <a:bodyPr wrap="square" lIns="101882" tIns="50941" rIns="101882" bIns="50941">
            <a:spAutoFit/>
          </a:bodyPr>
          <a:lstStyle/>
          <a:p>
            <a:pPr algn="ctr">
              <a:lnSpc>
                <a:spcPct val="150000"/>
              </a:lnSpc>
            </a:pPr>
            <a:r>
              <a:rPr lang="en-US" dirty="0">
                <a:latin typeface="Times New Roman" pitchFamily="18" charset="0"/>
                <a:cs typeface="Times New Roman" pitchFamily="18" charset="0"/>
              </a:rPr>
              <a:t>Welcome to the Retirement Ceremony</a:t>
            </a:r>
          </a:p>
          <a:p>
            <a:pPr algn="ctr">
              <a:lnSpc>
                <a:spcPct val="150000"/>
              </a:lnSpc>
            </a:pPr>
            <a:r>
              <a:rPr lang="en-US" dirty="0">
                <a:latin typeface="Times New Roman" pitchFamily="18" charset="0"/>
                <a:cs typeface="Times New Roman" pitchFamily="18" charset="0"/>
              </a:rPr>
              <a:t>Of</a:t>
            </a:r>
          </a:p>
          <a:p>
            <a:pPr algn="ctr">
              <a:lnSpc>
                <a:spcPct val="150000"/>
              </a:lnSpc>
            </a:pPr>
            <a:r>
              <a:rPr lang="en-US" dirty="0">
                <a:latin typeface="Times New Roman" pitchFamily="18" charset="0"/>
                <a:cs typeface="Times New Roman" pitchFamily="18" charset="0"/>
              </a:rPr>
              <a:t>Rank</a:t>
            </a:r>
          </a:p>
          <a:p>
            <a:pPr algn="ctr">
              <a:lnSpc>
                <a:spcPct val="150000"/>
              </a:lnSpc>
            </a:pPr>
            <a:r>
              <a:rPr lang="en-US" dirty="0">
                <a:latin typeface="Times New Roman" pitchFamily="18" charset="0"/>
                <a:cs typeface="Times New Roman" pitchFamily="18" charset="0"/>
              </a:rPr>
              <a:t>First M. Last</a:t>
            </a:r>
          </a:p>
          <a:p>
            <a:pPr algn="ctr">
              <a:lnSpc>
                <a:spcPct val="150000"/>
              </a:lnSpc>
            </a:pPr>
            <a:r>
              <a:rPr lang="en-US" dirty="0">
                <a:latin typeface="Times New Roman" pitchFamily="18" charset="0"/>
                <a:cs typeface="Times New Roman" pitchFamily="18" charset="0"/>
              </a:rPr>
              <a:t>Who will Retire after XX years</a:t>
            </a:r>
          </a:p>
          <a:p>
            <a:pPr algn="ctr">
              <a:lnSpc>
                <a:spcPct val="150000"/>
              </a:lnSpc>
            </a:pPr>
            <a:r>
              <a:rPr lang="en-US" dirty="0">
                <a:latin typeface="Times New Roman" pitchFamily="18" charset="0"/>
                <a:cs typeface="Times New Roman" pitchFamily="18" charset="0"/>
              </a:rPr>
              <a:t>Of faithful service</a:t>
            </a:r>
          </a:p>
        </p:txBody>
      </p:sp>
      <p:sp>
        <p:nvSpPr>
          <p:cNvPr id="40" name="Rectangle 39"/>
          <p:cNvSpPr/>
          <p:nvPr/>
        </p:nvSpPr>
        <p:spPr>
          <a:xfrm>
            <a:off x="5029200" y="6689765"/>
            <a:ext cx="5029200" cy="624623"/>
          </a:xfrm>
          <a:prstGeom prst="rect">
            <a:avLst/>
          </a:prstGeom>
        </p:spPr>
        <p:txBody>
          <a:bodyPr wrap="square" lIns="101882" tIns="50941" rIns="101882" bIns="50941">
            <a:spAutoFit/>
          </a:bodyPr>
          <a:lstStyle/>
          <a:p>
            <a:pPr algn="ctr">
              <a:lnSpc>
                <a:spcPct val="200000"/>
              </a:lnSpc>
            </a:pPr>
            <a:r>
              <a:rPr lang="en-US" dirty="0">
                <a:latin typeface="Times New Roman" pitchFamily="18" charset="0"/>
                <a:cs typeface="Times New Roman" pitchFamily="18" charset="0"/>
              </a:rPr>
              <a:t>01 Month 19XX – 01 Month 20XX</a:t>
            </a:r>
          </a:p>
        </p:txBody>
      </p:sp>
      <p:sp>
        <p:nvSpPr>
          <p:cNvPr id="41" name="Rectangle 40"/>
          <p:cNvSpPr/>
          <p:nvPr/>
        </p:nvSpPr>
        <p:spPr>
          <a:xfrm>
            <a:off x="6565400" y="4116630"/>
            <a:ext cx="1958655" cy="2457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6642210" y="5099100"/>
            <a:ext cx="1805035" cy="400110"/>
          </a:xfrm>
          <a:prstGeom prst="rect">
            <a:avLst/>
          </a:prstGeom>
          <a:noFill/>
        </p:spPr>
        <p:txBody>
          <a:bodyPr wrap="square" rtlCol="0">
            <a:spAutoFit/>
          </a:bodyPr>
          <a:lstStyle/>
          <a:p>
            <a:r>
              <a:rPr lang="en-US" dirty="0">
                <a:solidFill>
                  <a:schemeClr val="bg1"/>
                </a:solidFill>
              </a:rPr>
              <a:t>BIO Photo 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5298035" y="237725"/>
            <a:ext cx="1305770" cy="1805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5374845" y="852205"/>
            <a:ext cx="1113745" cy="584775"/>
          </a:xfrm>
          <a:prstGeom prst="rect">
            <a:avLst/>
          </a:prstGeom>
          <a:noFill/>
        </p:spPr>
        <p:txBody>
          <a:bodyPr wrap="square" rtlCol="0">
            <a:spAutoFit/>
          </a:bodyPr>
          <a:lstStyle/>
          <a:p>
            <a:pPr algn="ctr"/>
            <a:r>
              <a:rPr lang="en-US" sz="1600" dirty="0">
                <a:solidFill>
                  <a:schemeClr val="bg1"/>
                </a:solidFill>
              </a:rPr>
              <a:t>BIO Photo Here</a:t>
            </a:r>
          </a:p>
        </p:txBody>
      </p:sp>
      <p:sp>
        <p:nvSpPr>
          <p:cNvPr id="44" name="Rectangle 43"/>
          <p:cNvSpPr/>
          <p:nvPr/>
        </p:nvSpPr>
        <p:spPr>
          <a:xfrm>
            <a:off x="266980" y="237725"/>
            <a:ext cx="1305770" cy="1805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4" descr="Y:\REPROGRAPHICS\ARCHIVE\CLIPART &amp; GRAPHICS\LOGOS\EGAs &amp; USMC SEALs\EGA BLACK MODERN.jpg"/>
          <p:cNvPicPr>
            <a:picLocks noChangeAspect="1" noChangeArrowheads="1"/>
          </p:cNvPicPr>
          <p:nvPr/>
        </p:nvPicPr>
        <p:blipFill>
          <a:blip r:embed="rId2" cstate="print">
            <a:lum bright="70000" contrast="-70000"/>
          </a:blip>
          <a:srcRect/>
          <a:stretch>
            <a:fillRect/>
          </a:stretch>
        </p:blipFill>
        <p:spPr bwMode="auto">
          <a:xfrm>
            <a:off x="5954324" y="2736100"/>
            <a:ext cx="3222616" cy="3454400"/>
          </a:xfrm>
          <a:prstGeom prst="rect">
            <a:avLst/>
          </a:prstGeom>
          <a:noFill/>
        </p:spPr>
      </p:pic>
      <p:pic>
        <p:nvPicPr>
          <p:cNvPr id="26" name="Picture 5" descr="Y:\REPROGRAPHICS\ARCHIVE\CLIPART &amp; GRAPHICS\LOGOS\EGAs &amp; USMC SEALs\EGA BLACK MODERN_RIGHT copy.gif"/>
          <p:cNvPicPr>
            <a:picLocks noChangeAspect="1" noChangeArrowheads="1"/>
          </p:cNvPicPr>
          <p:nvPr/>
        </p:nvPicPr>
        <p:blipFill>
          <a:blip r:embed="rId3" cstate="print">
            <a:lum bright="70000" contrast="-70000"/>
          </a:blip>
          <a:srcRect/>
          <a:stretch>
            <a:fillRect/>
          </a:stretch>
        </p:blipFill>
        <p:spPr bwMode="auto">
          <a:xfrm>
            <a:off x="876905" y="2695645"/>
            <a:ext cx="3268980" cy="3505231"/>
          </a:xfrm>
          <a:prstGeom prst="rect">
            <a:avLst/>
          </a:prstGeom>
          <a:noFill/>
        </p:spPr>
      </p:pic>
      <p:sp>
        <p:nvSpPr>
          <p:cNvPr id="4" name="Rectangle 3"/>
          <p:cNvSpPr/>
          <p:nvPr/>
        </p:nvSpPr>
        <p:spPr>
          <a:xfrm>
            <a:off x="1572750" y="621775"/>
            <a:ext cx="3456451" cy="472209"/>
          </a:xfrm>
          <a:prstGeom prst="rect">
            <a:avLst/>
          </a:prstGeom>
        </p:spPr>
        <p:txBody>
          <a:bodyPr wrap="square" lIns="101882" tIns="50941" rIns="101882" bIns="50941">
            <a:spAutoFit/>
          </a:bodyPr>
          <a:lstStyle/>
          <a:p>
            <a:pPr algn="ctr"/>
            <a:r>
              <a:rPr lang="en-US" sz="2400" b="1" dirty="0">
                <a:latin typeface="Monotype Corsiva" pitchFamily="66" charset="0"/>
              </a:rPr>
              <a:t>Rank Name M. Name</a:t>
            </a:r>
          </a:p>
        </p:txBody>
      </p:sp>
      <p:sp>
        <p:nvSpPr>
          <p:cNvPr id="5" name="Rectangle 4"/>
          <p:cNvSpPr/>
          <p:nvPr/>
        </p:nvSpPr>
        <p:spPr>
          <a:xfrm>
            <a:off x="1572750" y="967420"/>
            <a:ext cx="3456449" cy="349098"/>
          </a:xfrm>
          <a:prstGeom prst="rect">
            <a:avLst/>
          </a:prstGeom>
        </p:spPr>
        <p:txBody>
          <a:bodyPr wrap="square" lIns="101882" tIns="50941" rIns="101882" bIns="50941">
            <a:spAutoFit/>
          </a:bodyPr>
          <a:lstStyle/>
          <a:p>
            <a:pPr algn="ctr"/>
            <a:r>
              <a:rPr lang="en-US" sz="1600" b="1" dirty="0">
                <a:latin typeface="Monotype Corsiva" pitchFamily="66" charset="0"/>
              </a:rPr>
              <a:t>United States Marine Corps</a:t>
            </a:r>
          </a:p>
        </p:txBody>
      </p:sp>
      <p:sp>
        <p:nvSpPr>
          <p:cNvPr id="8" name="Rectangle 7"/>
          <p:cNvSpPr/>
          <p:nvPr/>
        </p:nvSpPr>
        <p:spPr>
          <a:xfrm>
            <a:off x="192025" y="2042760"/>
            <a:ext cx="4645150" cy="5273523"/>
          </a:xfrm>
          <a:prstGeom prst="rect">
            <a:avLst/>
          </a:prstGeom>
        </p:spPr>
        <p:txBody>
          <a:bodyPr wrap="square" lIns="101882" tIns="50941" rIns="101882" bIns="50941">
            <a:spAutoFit/>
          </a:bodyPr>
          <a:lstStyle/>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a:t>
            </a:r>
          </a:p>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a:t>
            </a:r>
          </a:p>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a:t>
            </a:r>
          </a:p>
        </p:txBody>
      </p:sp>
      <p:grpSp>
        <p:nvGrpSpPr>
          <p:cNvPr id="28" name="Group 27"/>
          <p:cNvGrpSpPr/>
          <p:nvPr/>
        </p:nvGrpSpPr>
        <p:grpSpPr>
          <a:xfrm>
            <a:off x="1803180" y="1258363"/>
            <a:ext cx="2979300" cy="246727"/>
            <a:chOff x="1025943" y="660180"/>
            <a:chExt cx="2979300" cy="246727"/>
          </a:xfrm>
        </p:grpSpPr>
        <p:pic>
          <p:nvPicPr>
            <p:cNvPr id="29" name="Picture 6" descr="Y:\REPROGRAPHICS\ARCHIVE\CLIPART &amp; GRAPHICS\LOGOS\EGAs &amp; USMC SEALs\EGA BLACK MODERN copy.gif"/>
            <p:cNvPicPr>
              <a:picLocks noChangeAspect="1" noChangeArrowheads="1"/>
            </p:cNvPicPr>
            <p:nvPr/>
          </p:nvPicPr>
          <p:blipFill>
            <a:blip r:embed="rId4" cstate="print"/>
            <a:srcRect/>
            <a:stretch>
              <a:fillRect/>
            </a:stretch>
          </p:blipFill>
          <p:spPr bwMode="auto">
            <a:xfrm>
              <a:off x="2410162" y="660180"/>
              <a:ext cx="230168" cy="246727"/>
            </a:xfrm>
            <a:prstGeom prst="rect">
              <a:avLst/>
            </a:prstGeom>
            <a:noFill/>
          </p:spPr>
        </p:pic>
        <p:cxnSp>
          <p:nvCxnSpPr>
            <p:cNvPr id="30" name="Straight Connector 29"/>
            <p:cNvCxnSpPr/>
            <p:nvPr/>
          </p:nvCxnSpPr>
          <p:spPr>
            <a:xfrm>
              <a:off x="1025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269350"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747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747943"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6603804" y="621775"/>
            <a:ext cx="3456451" cy="472209"/>
          </a:xfrm>
          <a:prstGeom prst="rect">
            <a:avLst/>
          </a:prstGeom>
        </p:spPr>
        <p:txBody>
          <a:bodyPr wrap="square" lIns="101882" tIns="50941" rIns="101882" bIns="50941">
            <a:spAutoFit/>
          </a:bodyPr>
          <a:lstStyle/>
          <a:p>
            <a:pPr algn="ctr"/>
            <a:r>
              <a:rPr lang="en-US" sz="2400" b="1" dirty="0">
                <a:latin typeface="Monotype Corsiva" pitchFamily="66" charset="0"/>
              </a:rPr>
              <a:t>Rank Name M. Name</a:t>
            </a:r>
          </a:p>
        </p:txBody>
      </p:sp>
      <p:sp>
        <p:nvSpPr>
          <p:cNvPr id="35" name="Rectangle 34"/>
          <p:cNvSpPr/>
          <p:nvPr/>
        </p:nvSpPr>
        <p:spPr>
          <a:xfrm>
            <a:off x="6603804" y="967420"/>
            <a:ext cx="3456449" cy="349098"/>
          </a:xfrm>
          <a:prstGeom prst="rect">
            <a:avLst/>
          </a:prstGeom>
        </p:spPr>
        <p:txBody>
          <a:bodyPr wrap="square" lIns="101882" tIns="50941" rIns="101882" bIns="50941">
            <a:spAutoFit/>
          </a:bodyPr>
          <a:lstStyle/>
          <a:p>
            <a:pPr algn="ctr"/>
            <a:r>
              <a:rPr lang="en-US" sz="1600" b="1" dirty="0">
                <a:latin typeface="Monotype Corsiva" pitchFamily="66" charset="0"/>
              </a:rPr>
              <a:t>United States Marine Corps</a:t>
            </a:r>
          </a:p>
        </p:txBody>
      </p:sp>
      <p:grpSp>
        <p:nvGrpSpPr>
          <p:cNvPr id="36" name="Group 35"/>
          <p:cNvGrpSpPr/>
          <p:nvPr/>
        </p:nvGrpSpPr>
        <p:grpSpPr>
          <a:xfrm>
            <a:off x="6834234" y="1258363"/>
            <a:ext cx="2979300" cy="246727"/>
            <a:chOff x="1025943" y="660180"/>
            <a:chExt cx="2979300" cy="246727"/>
          </a:xfrm>
        </p:grpSpPr>
        <p:pic>
          <p:nvPicPr>
            <p:cNvPr id="37" name="Picture 6" descr="Y:\REPROGRAPHICS\ARCHIVE\CLIPART &amp; GRAPHICS\LOGOS\EGAs &amp; USMC SEALs\EGA BLACK MODERN copy.gif"/>
            <p:cNvPicPr>
              <a:picLocks noChangeAspect="1" noChangeArrowheads="1"/>
            </p:cNvPicPr>
            <p:nvPr/>
          </p:nvPicPr>
          <p:blipFill>
            <a:blip r:embed="rId4" cstate="print"/>
            <a:srcRect/>
            <a:stretch>
              <a:fillRect/>
            </a:stretch>
          </p:blipFill>
          <p:spPr bwMode="auto">
            <a:xfrm>
              <a:off x="2410162" y="660180"/>
              <a:ext cx="230168" cy="246727"/>
            </a:xfrm>
            <a:prstGeom prst="rect">
              <a:avLst/>
            </a:prstGeom>
            <a:noFill/>
          </p:spPr>
        </p:pic>
        <p:cxnSp>
          <p:nvCxnSpPr>
            <p:cNvPr id="38" name="Straight Connector 37"/>
            <p:cNvCxnSpPr/>
            <p:nvPr/>
          </p:nvCxnSpPr>
          <p:spPr>
            <a:xfrm>
              <a:off x="1025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269350"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747943" y="776329"/>
              <a:ext cx="1257300" cy="0"/>
            </a:xfrm>
            <a:prstGeom prst="line">
              <a:avLst/>
            </a:prstGeom>
            <a:ln w="19050">
              <a:solidFill>
                <a:srgbClr val="8C7F3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747943" y="819855"/>
              <a:ext cx="1013892" cy="0"/>
            </a:xfrm>
            <a:prstGeom prst="line">
              <a:avLst/>
            </a:prstGeom>
            <a:ln w="19050">
              <a:solidFill>
                <a:srgbClr val="AF2431"/>
              </a:solidFill>
            </a:ln>
          </p:spPr>
          <p:style>
            <a:lnRef idx="1">
              <a:schemeClr val="accent1"/>
            </a:lnRef>
            <a:fillRef idx="0">
              <a:schemeClr val="accent1"/>
            </a:fillRef>
            <a:effectRef idx="0">
              <a:schemeClr val="accent1"/>
            </a:effectRef>
            <a:fontRef idx="minor">
              <a:schemeClr val="tx1"/>
            </a:fontRef>
          </p:style>
        </p:cxnSp>
      </p:grpSp>
      <p:sp>
        <p:nvSpPr>
          <p:cNvPr id="43" name="Rectangle 42"/>
          <p:cNvSpPr/>
          <p:nvPr/>
        </p:nvSpPr>
        <p:spPr>
          <a:xfrm>
            <a:off x="5223080" y="2042760"/>
            <a:ext cx="4645150" cy="5273523"/>
          </a:xfrm>
          <a:prstGeom prst="rect">
            <a:avLst/>
          </a:prstGeom>
        </p:spPr>
        <p:txBody>
          <a:bodyPr wrap="square" lIns="101882" tIns="50941" rIns="101882" bIns="50941">
            <a:spAutoFit/>
          </a:bodyPr>
          <a:lstStyle/>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a:t>
            </a:r>
          </a:p>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a:t>
            </a:r>
          </a:p>
          <a:p>
            <a:r>
              <a:rPr lang="en-US" sz="1200" dirty="0">
                <a:latin typeface="Times New Roman" pitchFamily="18" charset="0"/>
                <a:cs typeface="Times New Roman" pitchFamily="18" charset="0"/>
              </a:rPr>
              <a:t>	Rank Marine currently serves as the Commanding Officer of Unit and Command and previously the Commanding Officer of Unit as well as the Officer-in-charge of certain events.  Rank Marine currently serves as the Commanding Officer of Unit and Command and previously the Commanding Officer of Unit as well as the Officer-in-charge of certain events. </a:t>
            </a:r>
          </a:p>
        </p:txBody>
      </p:sp>
      <p:sp>
        <p:nvSpPr>
          <p:cNvPr id="45" name="TextBox 44"/>
          <p:cNvSpPr txBox="1"/>
          <p:nvPr/>
        </p:nvSpPr>
        <p:spPr>
          <a:xfrm>
            <a:off x="343790" y="852205"/>
            <a:ext cx="1113745" cy="584775"/>
          </a:xfrm>
          <a:prstGeom prst="rect">
            <a:avLst/>
          </a:prstGeom>
          <a:noFill/>
        </p:spPr>
        <p:txBody>
          <a:bodyPr wrap="square" rtlCol="0">
            <a:spAutoFit/>
          </a:bodyPr>
          <a:lstStyle/>
          <a:p>
            <a:pPr algn="ctr"/>
            <a:r>
              <a:rPr lang="en-US" sz="1600" dirty="0">
                <a:solidFill>
                  <a:schemeClr val="bg1"/>
                </a:solidFill>
              </a:rPr>
              <a:t>BIO Photo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Instructions</a:t>
            </a:r>
          </a:p>
        </p:txBody>
      </p:sp>
      <p:sp>
        <p:nvSpPr>
          <p:cNvPr id="3" name="Content Placeholder 2"/>
          <p:cNvSpPr>
            <a:spLocks noGrp="1"/>
          </p:cNvSpPr>
          <p:nvPr>
            <p:ph idx="1"/>
          </p:nvPr>
        </p:nvSpPr>
        <p:spPr/>
        <p:txBody>
          <a:bodyPr/>
          <a:lstStyle/>
          <a:p>
            <a:pPr marL="742950" indent="-742950">
              <a:buAutoNum type="arabicPeriod"/>
            </a:pPr>
            <a:r>
              <a:rPr lang="en-US" dirty="0"/>
              <a:t>Fill out cover page information</a:t>
            </a:r>
          </a:p>
          <a:p>
            <a:pPr marL="0" indent="0">
              <a:buNone/>
            </a:pPr>
            <a:r>
              <a:rPr lang="en-US" dirty="0"/>
              <a:t>2.    Fill out welcome page and bios</a:t>
            </a:r>
          </a:p>
          <a:p>
            <a:pPr marL="742950" indent="-742950">
              <a:buAutoNum type="arabicPeriod" startAt="3"/>
            </a:pPr>
            <a:r>
              <a:rPr lang="en-US" dirty="0"/>
              <a:t>Insert photos as required</a:t>
            </a:r>
          </a:p>
          <a:p>
            <a:pPr marL="742950" indent="-742950">
              <a:buAutoNum type="arabicPeriod" startAt="3"/>
            </a:pPr>
            <a:r>
              <a:rPr lang="en-US" dirty="0"/>
              <a:t>Print Page 1 &amp; 2 front and back then print pages 3 &amp; 4 front </a:t>
            </a:r>
            <a:r>
              <a:rPr lang="en-US"/>
              <a:t>and back</a:t>
            </a:r>
            <a:endParaRPr lang="en-US" dirty="0"/>
          </a:p>
          <a:p>
            <a:pPr marL="0" indent="0">
              <a:buNone/>
            </a:pPr>
            <a:endParaRPr lang="en-US" dirty="0"/>
          </a:p>
        </p:txBody>
      </p:sp>
    </p:spTree>
    <p:extLst>
      <p:ext uri="{BB962C8B-B14F-4D97-AF65-F5344CB8AC3E}">
        <p14:creationId xmlns:p14="http://schemas.microsoft.com/office/powerpoint/2010/main" val="157897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2630A3A7C2D44488935054947E4F98" ma:contentTypeVersion="17" ma:contentTypeDescription="Create a new document." ma:contentTypeScope="" ma:versionID="7758a9ff6f0b7cdf97893cafe7db874f">
  <xsd:schema xmlns:xsd="http://www.w3.org/2001/XMLSchema" xmlns:xs="http://www.w3.org/2001/XMLSchema" xmlns:p="http://schemas.microsoft.com/office/2006/metadata/properties" xmlns:ns2="32bdcca6-a043-433c-a88f-ae4e65162e1a" xmlns:ns3="40abdc60-1a47-43f8-8c84-d2eb349d02c7" xmlns:ns4="http://schemas.microsoft.com/sharepoint/v4" xmlns:ns5="d7ce9271-276a-4f26-98a8-ab4b6831e24d" xmlns:ns6="4d02c4e4-9f12-4824-a3b2-e2e7c19cb079" targetNamespace="http://schemas.microsoft.com/office/2006/metadata/properties" ma:root="true" ma:fieldsID="92f72d2f550e9d5686984c75874a44e3" ns2:_="" ns3:_="" ns4:_="" ns5:_="" ns6:_="">
    <xsd:import namespace="32bdcca6-a043-433c-a88f-ae4e65162e1a"/>
    <xsd:import namespace="40abdc60-1a47-43f8-8c84-d2eb349d02c7"/>
    <xsd:import namespace="http://schemas.microsoft.com/sharepoint/v4"/>
    <xsd:import namespace="d7ce9271-276a-4f26-98a8-ab4b6831e24d"/>
    <xsd:import namespace="4d02c4e4-9f12-4824-a3b2-e2e7c19cb079"/>
    <xsd:element name="properties">
      <xsd:complexType>
        <xsd:sequence>
          <xsd:element name="documentManagement">
            <xsd:complexType>
              <xsd:all>
                <xsd:element ref="ns2:CommStrat_x0020_Section" minOccurs="0"/>
                <xsd:element ref="ns3:Content_x0020_Category" minOccurs="0"/>
                <xsd:element ref="ns3:Folder" minOccurs="0"/>
                <xsd:element ref="ns3:SubFolder" minOccurs="0"/>
                <xsd:element ref="ns4:IconOverlay" minOccurs="0"/>
                <xsd:element ref="ns5:MediaServiceMetadata" minOccurs="0"/>
                <xsd:element ref="ns5:MediaServiceFastMetadata" minOccurs="0"/>
                <xsd:element ref="ns6:SharedWithUsers" minOccurs="0"/>
                <xsd:element ref="ns6:SharedWithDetails" minOccurs="0"/>
                <xsd:element ref="ns5:MediaServiceObjectDetectorVersions" minOccurs="0"/>
                <xsd:element ref="ns5:MediaServiceDateTaken" minOccurs="0"/>
                <xsd:element ref="ns5:MediaServiceGenerationTime" minOccurs="0"/>
                <xsd:element ref="ns5:MediaServiceEventHashCode" minOccurs="0"/>
                <xsd:element ref="ns5:MediaLengthInSeconds" minOccurs="0"/>
                <xsd:element ref="ns5: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bdcca6-a043-433c-a88f-ae4e65162e1a" elementFormDefault="qualified">
    <xsd:import namespace="http://schemas.microsoft.com/office/2006/documentManagement/types"/>
    <xsd:import namespace="http://schemas.microsoft.com/office/infopath/2007/PartnerControls"/>
    <xsd:element name="CommStrat_x0020_Section" ma:index="2" nillable="true" ma:displayName="CommStrat Section" ma:internalName="CommStrat_x0020_Section">
      <xsd:complexType>
        <xsd:complexContent>
          <xsd:extension base="dms:MultiChoiceFillIn">
            <xsd:sequence>
              <xsd:element name="Value" maxOccurs="unbounded" minOccurs="0" nillable="true">
                <xsd:simpleType>
                  <xsd:union memberTypes="dms:Text">
                    <xsd:simpleType>
                      <xsd:restriction base="dms:Choice">
                        <xsd:enumeration value="Operational Support Team"/>
                        <xsd:enumeration value="Reproduction"/>
                      </xsd:restriction>
                    </xsd:simpleType>
                  </xsd:un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0abdc60-1a47-43f8-8c84-d2eb349d02c7" elementFormDefault="qualified">
    <xsd:import namespace="http://schemas.microsoft.com/office/2006/documentManagement/types"/>
    <xsd:import namespace="http://schemas.microsoft.com/office/infopath/2007/PartnerControls"/>
    <xsd:element name="Content_x0020_Category" ma:index="3" nillable="true" ma:displayName="Content Category" ma:internalName="Content_x0020_Category">
      <xsd:complexType>
        <xsd:complexContent>
          <xsd:extension base="dms:MultiChoiceFillIn">
            <xsd:sequence>
              <xsd:element name="Value" maxOccurs="unbounded" minOccurs="0" nillable="true">
                <xsd:simpleType>
                  <xsd:union memberTypes="dms:Text">
                    <xsd:simpleType>
                      <xsd:restriction base="dms:Choice">
                        <xsd:enumeration value="Administrative"/>
                        <xsd:enumeration value="Archive"/>
                        <xsd:enumeration value="Article"/>
                        <xsd:enumeration value="Brief"/>
                        <xsd:enumeration value="Exercise Related"/>
                        <xsd:enumeration value="Form"/>
                        <xsd:enumeration value="Reference"/>
                        <xsd:enumeration value="Reports"/>
                        <xsd:enumeration value="Social Media"/>
                        <xsd:enumeration value="Template"/>
                        <xsd:enumeration value="Training"/>
                        <xsd:enumeration value="Turnover"/>
                      </xsd:restriction>
                    </xsd:simpleType>
                  </xsd:union>
                </xsd:simpleType>
              </xsd:element>
            </xsd:sequence>
          </xsd:extension>
        </xsd:complexContent>
      </xsd:complexType>
    </xsd:element>
    <xsd:element name="Folder" ma:index="4" nillable="true" ma:displayName="Folder" ma:format="Dropdown" ma:internalName="Folder">
      <xsd:simpleType>
        <xsd:union memberTypes="dms:Text">
          <xsd:simpleType>
            <xsd:restriction base="dms:Choice">
              <xsd:enumeration value="Admin"/>
              <xsd:enumeration value="Layout Designs"/>
              <xsd:enumeration value="Organizational Chart"/>
              <xsd:enumeration value="PA Guidance"/>
              <xsd:enumeration value="Planning"/>
              <xsd:enumeration value="Policy"/>
              <xsd:enumeration value="Program Templates"/>
              <xsd:enumeration value="References"/>
              <xsd:enumeration value="Reporting Requirements"/>
              <xsd:enumeration value="Rosters"/>
              <xsd:enumeration value="TEEP"/>
              <xsd:enumeration value="TO/E"/>
            </xsd:restriction>
          </xsd:simpleType>
        </xsd:union>
      </xsd:simpleType>
    </xsd:element>
    <xsd:element name="SubFolder" ma:index="5" nillable="true" ma:displayName="SubFolder" ma:format="Dropdown" ma:internalName="SubFolder">
      <xsd:simpleType>
        <xsd:union memberTypes="dms:Text">
          <xsd:simpleType>
            <xsd:restriction base="dms:Choice">
              <xsd:enumeration value="Annual Training"/>
              <xsd:enumeration value="Checklists"/>
              <xsd:enumeration value="Statistics"/>
              <xsd:enumeration value="Templates"/>
              <xsd:enumeration value="Training"/>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7ce9271-276a-4f26-98a8-ab4b6831e24d"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02c4e4-9f12-4824-a3b2-e2e7c19cb07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CommStrat_x0020_Section xmlns="32bdcca6-a043-433c-a88f-ae4e65162e1a">
      <Value>Reproduction</Value>
    </CommStrat_x0020_Section>
    <Folder xmlns="40abdc60-1a47-43f8-8c84-d2eb349d02c7">Program Templates</Folder>
    <Content_x0020_Category xmlns="40abdc60-1a47-43f8-8c84-d2eb349d02c7">
      <Value>Template</Value>
    </Content_x0020_Category>
    <SubFolder xmlns="40abdc60-1a47-43f8-8c84-d2eb349d02c7" xsi:nil="true"/>
  </documentManagement>
</p:properties>
</file>

<file path=customXml/itemProps1.xml><?xml version="1.0" encoding="utf-8"?>
<ds:datastoreItem xmlns:ds="http://schemas.openxmlformats.org/officeDocument/2006/customXml" ds:itemID="{3B32014D-4B20-46E0-9C5D-0B2C570BC9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bdcca6-a043-433c-a88f-ae4e65162e1a"/>
    <ds:schemaRef ds:uri="40abdc60-1a47-43f8-8c84-d2eb349d02c7"/>
    <ds:schemaRef ds:uri="http://schemas.microsoft.com/sharepoint/v4"/>
    <ds:schemaRef ds:uri="d7ce9271-276a-4f26-98a8-ab4b6831e24d"/>
    <ds:schemaRef ds:uri="4d02c4e4-9f12-4824-a3b2-e2e7c19cb0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F3C1C8-D99C-4D4D-8249-A1A4CC42EF36}">
  <ds:schemaRefs>
    <ds:schemaRef ds:uri="http://schemas.microsoft.com/sharepoint/v3/contenttype/forms"/>
  </ds:schemaRefs>
</ds:datastoreItem>
</file>

<file path=customXml/itemProps3.xml><?xml version="1.0" encoding="utf-8"?>
<ds:datastoreItem xmlns:ds="http://schemas.openxmlformats.org/officeDocument/2006/customXml" ds:itemID="{402A59AE-A2D6-41A5-96DD-CDEC9EAD0181}">
  <ds:schemaRefs>
    <ds:schemaRef ds:uri="http://schemas.microsoft.com/office/2006/metadata/properties"/>
    <ds:schemaRef ds:uri="http://schemas.microsoft.com/office/infopath/2007/PartnerControls"/>
    <ds:schemaRef ds:uri="http://schemas.microsoft.com/sharepoint/v4"/>
    <ds:schemaRef ds:uri="32bdcca6-a043-433c-a88f-ae4e65162e1a"/>
    <ds:schemaRef ds:uri="40abdc60-1a47-43f8-8c84-d2eb349d02c7"/>
  </ds:schemaRefs>
</ds:datastoreItem>
</file>

<file path=docProps/app.xml><?xml version="1.0" encoding="utf-8"?>
<Properties xmlns="http://schemas.openxmlformats.org/officeDocument/2006/extended-properties" xmlns:vt="http://schemas.openxmlformats.org/officeDocument/2006/docPropsVTypes">
  <TotalTime>478</TotalTime>
  <Words>515</Words>
  <Application>Microsoft Office PowerPoint</Application>
  <PresentationFormat>Custom</PresentationFormat>
  <Paragraphs>75</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Graphics 3</dc:creator>
  <cp:lastModifiedBy>Kelly LCpl Haley R</cp:lastModifiedBy>
  <cp:revision>41</cp:revision>
  <dcterms:created xsi:type="dcterms:W3CDTF">2014-04-01T12:35:13Z</dcterms:created>
  <dcterms:modified xsi:type="dcterms:W3CDTF">2024-05-14T22:47:08Z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0x010100402630A3A7C2D44488935054947E4F98</vt:lpwstr>
  </property>
  <property fmtid="{D5CDD505-2E9C-101B-9397-08002B2CF9AE}" pid="3" name="Order">
    <vt:r8>1100</vt:r8>
  </property>
  <property fmtid="{D5CDD505-2E9C-101B-9397-08002B2CF9AE}" pid="4" name="Classification*">
    <vt:lpwstr>Unclassified (U)</vt:lpwstr>
  </property>
  <property fmtid="{D5CDD505-2E9C-101B-9397-08002B2CF9AE}" pid="5" name="PCN">
    <vt:lpwstr/>
  </property>
  <property fmtid="{D5CDD505-2E9C-101B-9397-08002B2CF9AE}" pid="6" name="xd_ProgID">
    <vt:lpwstr/>
  </property>
  <property fmtid="{D5CDD505-2E9C-101B-9397-08002B2CF9AE}" pid="7" name="Reference Type">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URL">
    <vt:lpwstr/>
  </property>
  <property fmtid="{D5CDD505-2E9C-101B-9397-08002B2CF9AE}" pid="15" name="Change">
    <vt:lpwstr/>
  </property>
</Properties>
</file>