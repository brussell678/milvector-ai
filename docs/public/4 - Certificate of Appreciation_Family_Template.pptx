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handoutMasterIdLst>
    <p:handoutMasterId r:id="rId5"/>
  </p:handoutMasterIdLst>
  <p:sldIdLst>
    <p:sldId id="257" r:id="rId2"/>
    <p:sldId id="258" r:id="rId3"/>
    <p:sldId id="259" r:id="rId4"/>
  </p:sldIdLst>
  <p:sldSz cx="9144000" cy="6858000" type="letter"/>
  <p:notesSz cx="9309100" cy="70231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7" autoAdjust="0"/>
    <p:restoredTop sz="94660" autoAdjust="0"/>
  </p:normalViewPr>
  <p:slideViewPr>
    <p:cSldViewPr>
      <p:cViewPr varScale="1">
        <p:scale>
          <a:sx n="112" d="100"/>
          <a:sy n="112" d="100"/>
        </p:scale>
        <p:origin x="156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handoutMaster" Target="handoutMasters/handout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ribe MGySgt A (Fredo)" userId="ff77c511-f5fe-46e0-84ce-cfa3b6c676b6" providerId="ADAL" clId="{DD3CC6BB-87F2-4A80-AFE5-F718FEBDC8BC}"/>
    <pc:docChg chg="undo custSel modSld">
      <pc:chgData name="Uribe MGySgt A (Fredo)" userId="ff77c511-f5fe-46e0-84ce-cfa3b6c676b6" providerId="ADAL" clId="{DD3CC6BB-87F2-4A80-AFE5-F718FEBDC8BC}" dt="2024-06-04T21:14:17.715" v="111"/>
      <pc:docMkLst>
        <pc:docMk/>
      </pc:docMkLst>
      <pc:sldChg chg="modSp mod">
        <pc:chgData name="Uribe MGySgt A (Fredo)" userId="ff77c511-f5fe-46e0-84ce-cfa3b6c676b6" providerId="ADAL" clId="{DD3CC6BB-87F2-4A80-AFE5-F718FEBDC8BC}" dt="2024-06-04T21:13:11.859" v="108" actId="20577"/>
        <pc:sldMkLst>
          <pc:docMk/>
          <pc:sldMk cId="0" sldId="257"/>
        </pc:sldMkLst>
        <pc:spChg chg="mod">
          <ac:chgData name="Uribe MGySgt A (Fredo)" userId="ff77c511-f5fe-46e0-84ce-cfa3b6c676b6" providerId="ADAL" clId="{DD3CC6BB-87F2-4A80-AFE5-F718FEBDC8BC}" dt="2024-06-04T21:13:11.859" v="108" actId="20577"/>
          <ac:spMkLst>
            <pc:docMk/>
            <pc:sldMk cId="0" sldId="257"/>
            <ac:spMk id="2050" creationId="{00000000-0000-0000-0000-000000000000}"/>
          </ac:spMkLst>
        </pc:spChg>
      </pc:sldChg>
      <pc:sldChg chg="modSp mod">
        <pc:chgData name="Uribe MGySgt A (Fredo)" userId="ff77c511-f5fe-46e0-84ce-cfa3b6c676b6" providerId="ADAL" clId="{DD3CC6BB-87F2-4A80-AFE5-F718FEBDC8BC}" dt="2024-06-04T21:12:10.366" v="79" actId="115"/>
        <pc:sldMkLst>
          <pc:docMk/>
          <pc:sldMk cId="1694949428" sldId="258"/>
        </pc:sldMkLst>
        <pc:spChg chg="mod">
          <ac:chgData name="Uribe MGySgt A (Fredo)" userId="ff77c511-f5fe-46e0-84ce-cfa3b6c676b6" providerId="ADAL" clId="{DD3CC6BB-87F2-4A80-AFE5-F718FEBDC8BC}" dt="2024-06-04T21:12:10.366" v="79" actId="115"/>
          <ac:spMkLst>
            <pc:docMk/>
            <pc:sldMk cId="1694949428" sldId="258"/>
            <ac:spMk id="2050" creationId="{00000000-0000-0000-0000-000000000000}"/>
          </ac:spMkLst>
        </pc:spChg>
      </pc:sldChg>
      <pc:sldChg chg="modSp mod">
        <pc:chgData name="Uribe MGySgt A (Fredo)" userId="ff77c511-f5fe-46e0-84ce-cfa3b6c676b6" providerId="ADAL" clId="{DD3CC6BB-87F2-4A80-AFE5-F718FEBDC8BC}" dt="2024-06-04T21:14:17.715" v="111"/>
        <pc:sldMkLst>
          <pc:docMk/>
          <pc:sldMk cId="3013016434" sldId="259"/>
        </pc:sldMkLst>
        <pc:spChg chg="mod">
          <ac:chgData name="Uribe MGySgt A (Fredo)" userId="ff77c511-f5fe-46e0-84ce-cfa3b6c676b6" providerId="ADAL" clId="{DD3CC6BB-87F2-4A80-AFE5-F718FEBDC8BC}" dt="2024-06-04T21:14:17.715" v="111"/>
          <ac:spMkLst>
            <pc:docMk/>
            <pc:sldMk cId="3013016434" sldId="259"/>
            <ac:spMk id="2050"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1026"/>
          <p:cNvSpPr>
            <a:spLocks noGrp="1" noChangeArrowheads="1"/>
          </p:cNvSpPr>
          <p:nvPr>
            <p:ph type="hdr" sz="quarter"/>
          </p:nvPr>
        </p:nvSpPr>
        <p:spPr bwMode="auto">
          <a:xfrm>
            <a:off x="6" y="1"/>
            <a:ext cx="4033076" cy="390263"/>
          </a:xfrm>
          <a:prstGeom prst="rect">
            <a:avLst/>
          </a:prstGeom>
          <a:noFill/>
          <a:ln w="9525">
            <a:noFill/>
            <a:miter lim="800000"/>
            <a:headEnd/>
            <a:tailEnd/>
          </a:ln>
          <a:effectLst/>
        </p:spPr>
        <p:txBody>
          <a:bodyPr vert="horz" wrap="square" lIns="95347" tIns="47673" rIns="95347" bIns="47673" numCol="1" anchor="t" anchorCtr="0" compatLnSpc="1">
            <a:prstTxWarp prst="textNoShape">
              <a:avLst/>
            </a:prstTxWarp>
          </a:bodyPr>
          <a:lstStyle>
            <a:lvl1pPr defTabSz="954027">
              <a:defRPr sz="1200"/>
            </a:lvl1pPr>
          </a:lstStyle>
          <a:p>
            <a:pPr>
              <a:defRPr/>
            </a:pPr>
            <a:endParaRPr lang="en-US"/>
          </a:p>
        </p:txBody>
      </p:sp>
      <p:sp>
        <p:nvSpPr>
          <p:cNvPr id="4099" name="Rectangle 1027"/>
          <p:cNvSpPr>
            <a:spLocks noGrp="1" noChangeArrowheads="1"/>
          </p:cNvSpPr>
          <p:nvPr>
            <p:ph type="dt" sz="quarter" idx="1"/>
          </p:nvPr>
        </p:nvSpPr>
        <p:spPr bwMode="auto">
          <a:xfrm>
            <a:off x="5276032" y="1"/>
            <a:ext cx="4033075" cy="390263"/>
          </a:xfrm>
          <a:prstGeom prst="rect">
            <a:avLst/>
          </a:prstGeom>
          <a:noFill/>
          <a:ln w="9525">
            <a:noFill/>
            <a:miter lim="800000"/>
            <a:headEnd/>
            <a:tailEnd/>
          </a:ln>
          <a:effectLst/>
        </p:spPr>
        <p:txBody>
          <a:bodyPr vert="horz" wrap="square" lIns="95347" tIns="47673" rIns="95347" bIns="47673" numCol="1" anchor="t" anchorCtr="0" compatLnSpc="1">
            <a:prstTxWarp prst="textNoShape">
              <a:avLst/>
            </a:prstTxWarp>
          </a:bodyPr>
          <a:lstStyle>
            <a:lvl1pPr algn="r" defTabSz="954027">
              <a:defRPr sz="1200"/>
            </a:lvl1pPr>
          </a:lstStyle>
          <a:p>
            <a:pPr>
              <a:defRPr/>
            </a:pPr>
            <a:endParaRPr lang="en-US"/>
          </a:p>
        </p:txBody>
      </p:sp>
      <p:sp>
        <p:nvSpPr>
          <p:cNvPr id="4100" name="Rectangle 1028"/>
          <p:cNvSpPr>
            <a:spLocks noGrp="1" noChangeArrowheads="1"/>
          </p:cNvSpPr>
          <p:nvPr>
            <p:ph type="ftr" sz="quarter" idx="2"/>
          </p:nvPr>
        </p:nvSpPr>
        <p:spPr bwMode="auto">
          <a:xfrm>
            <a:off x="6" y="6632839"/>
            <a:ext cx="4033076" cy="390263"/>
          </a:xfrm>
          <a:prstGeom prst="rect">
            <a:avLst/>
          </a:prstGeom>
          <a:noFill/>
          <a:ln w="9525">
            <a:noFill/>
            <a:miter lim="800000"/>
            <a:headEnd/>
            <a:tailEnd/>
          </a:ln>
          <a:effectLst/>
        </p:spPr>
        <p:txBody>
          <a:bodyPr vert="horz" wrap="square" lIns="95347" tIns="47673" rIns="95347" bIns="47673" numCol="1" anchor="b" anchorCtr="0" compatLnSpc="1">
            <a:prstTxWarp prst="textNoShape">
              <a:avLst/>
            </a:prstTxWarp>
          </a:bodyPr>
          <a:lstStyle>
            <a:lvl1pPr defTabSz="954027">
              <a:defRPr sz="1200"/>
            </a:lvl1pPr>
          </a:lstStyle>
          <a:p>
            <a:pPr>
              <a:defRPr/>
            </a:pPr>
            <a:endParaRPr lang="en-US"/>
          </a:p>
        </p:txBody>
      </p:sp>
      <p:sp>
        <p:nvSpPr>
          <p:cNvPr id="4101" name="Rectangle 1029"/>
          <p:cNvSpPr>
            <a:spLocks noGrp="1" noChangeArrowheads="1"/>
          </p:cNvSpPr>
          <p:nvPr>
            <p:ph type="sldNum" sz="quarter" idx="3"/>
          </p:nvPr>
        </p:nvSpPr>
        <p:spPr bwMode="auto">
          <a:xfrm>
            <a:off x="5276032" y="6632839"/>
            <a:ext cx="4033075" cy="390263"/>
          </a:xfrm>
          <a:prstGeom prst="rect">
            <a:avLst/>
          </a:prstGeom>
          <a:noFill/>
          <a:ln w="9525">
            <a:noFill/>
            <a:miter lim="800000"/>
            <a:headEnd/>
            <a:tailEnd/>
          </a:ln>
          <a:effectLst/>
        </p:spPr>
        <p:txBody>
          <a:bodyPr vert="horz" wrap="square" lIns="95347" tIns="47673" rIns="95347" bIns="47673" numCol="1" anchor="b" anchorCtr="0" compatLnSpc="1">
            <a:prstTxWarp prst="textNoShape">
              <a:avLst/>
            </a:prstTxWarp>
          </a:bodyPr>
          <a:lstStyle>
            <a:lvl1pPr algn="r" defTabSz="954027">
              <a:defRPr sz="1200"/>
            </a:lvl1pPr>
          </a:lstStyle>
          <a:p>
            <a:pPr>
              <a:defRPr/>
            </a:pPr>
            <a:fld id="{45ED91F0-103D-4E94-89AA-B15ED4B16274}" type="slidenum">
              <a:rPr lang="en-US"/>
              <a:pPr>
                <a:defRPr/>
              </a:pPr>
              <a:t>‹#›</a:t>
            </a:fld>
            <a:endParaRPr lang="en-US"/>
          </a:p>
        </p:txBody>
      </p:sp>
    </p:spTree>
    <p:extLst>
      <p:ext uri="{BB962C8B-B14F-4D97-AF65-F5344CB8AC3E}">
        <p14:creationId xmlns:p14="http://schemas.microsoft.com/office/powerpoint/2010/main" val="426976562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61F74C6-C1A9-48BD-8C42-9BDE5037100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A331026-95B4-4486-A316-1158AE8CC189}"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D280BF4-2C25-472C-BC8B-6ADD1265C9E9}"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2C92122-0068-41EE-85F1-DBD26B2360EA}"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82E1E77A-F17C-47BB-9841-9CAD43F413E6}"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8CCE13CC-6927-4F7B-A734-5D849E79848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694179FD-8D3B-4958-9C63-2727465C68E4}"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2769FBD-F59E-4EB6-8344-F5029F5BD873}"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2158837-C685-404F-8B08-5091F988EEB6}"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A253ACF-55DD-415A-B7FF-B537D87B9B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847E646-A7E2-4333-8B71-F30CA752FC5D}"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FFDEC548-0825-43E3-BC62-7CDC7AC6C56F}"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C142FE-F5BF-0E15-E2F1-C5BC75C7FC2B}"/>
              </a:ext>
            </a:extLst>
          </p:cNvPr>
          <p:cNvPicPr>
            <a:picLocks noChangeAspect="1"/>
          </p:cNvPicPr>
          <p:nvPr/>
        </p:nvPicPr>
        <p:blipFill>
          <a:blip r:embed="rId2"/>
          <a:stretch>
            <a:fillRect/>
          </a:stretch>
        </p:blipFill>
        <p:spPr>
          <a:xfrm rot="16200000">
            <a:off x="1144544" y="-1217661"/>
            <a:ext cx="6869195" cy="9282118"/>
          </a:xfrm>
          <a:prstGeom prst="rect">
            <a:avLst/>
          </a:prstGeom>
        </p:spPr>
      </p:pic>
      <p:sp>
        <p:nvSpPr>
          <p:cNvPr id="2050" name="Text Box 2"/>
          <p:cNvSpPr txBox="1">
            <a:spLocks noChangeArrowheads="1"/>
          </p:cNvSpPr>
          <p:nvPr/>
        </p:nvSpPr>
        <p:spPr bwMode="auto">
          <a:xfrm>
            <a:off x="1853429" y="3963492"/>
            <a:ext cx="5422900" cy="1700455"/>
          </a:xfrm>
          <a:prstGeom prst="rect">
            <a:avLst/>
          </a:prstGeom>
          <a:noFill/>
          <a:ln w="9525">
            <a:noFill/>
            <a:miter lim="800000"/>
            <a:headEnd/>
            <a:tailEnd/>
          </a:ln>
        </p:spPr>
        <p:txBody>
          <a:bodyPr wrap="square" lIns="91431" tIns="45715" rIns="91431" bIns="45715">
            <a:spAutoFit/>
          </a:bodyPr>
          <a:lstStyle/>
          <a:p>
            <a:pPr algn="ctr">
              <a:spcBef>
                <a:spcPct val="50000"/>
              </a:spcBef>
            </a:pPr>
            <a:r>
              <a:rPr lang="en-US" sz="1100" b="1" i="1" dirty="0"/>
              <a:t>Has earned grateful appreciation for her unselfish, faithful, and devoted service during her husband’s Marine Corps Career.  Your unfailing support and understanding helped to make possible your husband’s lasting contribution to this Command and the United States Marine Corps. We fully realize that the support and understanding you have displayed was not provided without hardship and sacrifice during his tour of duty with Headquarters Battalion, 2d Marine Division.  </a:t>
            </a:r>
          </a:p>
          <a:p>
            <a:pPr algn="ctr">
              <a:spcBef>
                <a:spcPct val="50000"/>
              </a:spcBef>
            </a:pPr>
            <a:r>
              <a:rPr lang="en-US" sz="1100" b="1" i="1" dirty="0"/>
              <a:t>It gives us great pleasure to present you with this certificate.</a:t>
            </a:r>
          </a:p>
          <a:p>
            <a:pPr algn="ctr"/>
            <a:r>
              <a:rPr lang="en-US" sz="1100" b="1" i="1" dirty="0"/>
              <a:t>Given under my hand this </a:t>
            </a:r>
            <a:r>
              <a:rPr lang="en-US" sz="1100" b="1" i="1" u="sng" dirty="0"/>
              <a:t>14th</a:t>
            </a:r>
            <a:r>
              <a:rPr lang="en-US" sz="1100" b="1" i="1" dirty="0"/>
              <a:t>  day of </a:t>
            </a:r>
            <a:r>
              <a:rPr lang="en-US" sz="1100" b="1" i="1" u="sng" dirty="0"/>
              <a:t>June 2024</a:t>
            </a:r>
            <a:r>
              <a:rPr lang="en-US" sz="1100" b="1" i="1" dirty="0"/>
              <a:t>. </a:t>
            </a:r>
          </a:p>
          <a:p>
            <a:r>
              <a:rPr lang="en-US" sz="1100" dirty="0"/>
              <a:t>				</a:t>
            </a:r>
          </a:p>
        </p:txBody>
      </p:sp>
      <p:sp>
        <p:nvSpPr>
          <p:cNvPr id="2051" name="Text Box 3"/>
          <p:cNvSpPr txBox="1">
            <a:spLocks noChangeArrowheads="1"/>
          </p:cNvSpPr>
          <p:nvPr/>
        </p:nvSpPr>
        <p:spPr bwMode="auto">
          <a:xfrm>
            <a:off x="2317750" y="6400800"/>
            <a:ext cx="184150" cy="457200"/>
          </a:xfrm>
          <a:prstGeom prst="rect">
            <a:avLst/>
          </a:prstGeom>
          <a:noFill/>
          <a:ln w="9525">
            <a:noFill/>
            <a:miter lim="800000"/>
            <a:headEnd/>
            <a:tailEnd/>
          </a:ln>
        </p:spPr>
        <p:txBody>
          <a:bodyPr wrap="none" lIns="91435" tIns="45717" rIns="91435" bIns="45717">
            <a:spAutoFit/>
          </a:bodyPr>
          <a:lstStyle/>
          <a:p>
            <a:endParaRPr lang="en-US"/>
          </a:p>
        </p:txBody>
      </p:sp>
      <p:sp>
        <p:nvSpPr>
          <p:cNvPr id="2054" name="Text Box 14"/>
          <p:cNvSpPr txBox="1">
            <a:spLocks noChangeArrowheads="1"/>
          </p:cNvSpPr>
          <p:nvPr/>
        </p:nvSpPr>
        <p:spPr bwMode="auto">
          <a:xfrm>
            <a:off x="2339975" y="2701618"/>
            <a:ext cx="4464050" cy="1261874"/>
          </a:xfrm>
          <a:prstGeom prst="rect">
            <a:avLst/>
          </a:prstGeom>
          <a:noFill/>
          <a:ln w="9525">
            <a:noFill/>
            <a:miter lim="800000"/>
            <a:headEnd/>
            <a:tailEnd/>
          </a:ln>
        </p:spPr>
        <p:txBody>
          <a:bodyPr wrap="square" lIns="91431" tIns="45715" rIns="91431" bIns="45715">
            <a:spAutoFit/>
          </a:bodyPr>
          <a:lstStyle/>
          <a:p>
            <a:pPr algn="ctr"/>
            <a:r>
              <a:rPr lang="en-US" altLang="en-US" sz="2800" b="1" dirty="0"/>
              <a:t>Certificate of Appreciation</a:t>
            </a:r>
          </a:p>
          <a:p>
            <a:pPr algn="ctr"/>
            <a:r>
              <a:rPr lang="en-US" sz="1200" b="1" dirty="0"/>
              <a:t>To all who shall see these presents, Greeting:</a:t>
            </a:r>
          </a:p>
          <a:p>
            <a:pPr algn="ctr"/>
            <a:r>
              <a:rPr lang="en-US" sz="1200" b="1" dirty="0"/>
              <a:t>This is to Certify that</a:t>
            </a:r>
          </a:p>
          <a:p>
            <a:pPr algn="ctr"/>
            <a:r>
              <a:rPr lang="en-US" b="1" i="1" u="sng" dirty="0"/>
              <a:t>Mrs. Danielle N. DuRivage     </a:t>
            </a:r>
          </a:p>
        </p:txBody>
      </p:sp>
      <p:sp>
        <p:nvSpPr>
          <p:cNvPr id="2055" name="Rectangle 16"/>
          <p:cNvSpPr>
            <a:spLocks noChangeArrowheads="1"/>
          </p:cNvSpPr>
          <p:nvPr/>
        </p:nvSpPr>
        <p:spPr bwMode="auto">
          <a:xfrm>
            <a:off x="2657475" y="1966913"/>
            <a:ext cx="9144000" cy="0"/>
          </a:xfrm>
          <a:prstGeom prst="rect">
            <a:avLst/>
          </a:prstGeom>
          <a:noFill/>
          <a:ln w="9525">
            <a:noFill/>
            <a:miter lim="800000"/>
            <a:headEnd/>
            <a:tailEnd/>
          </a:ln>
        </p:spPr>
        <p:txBody>
          <a:bodyPr>
            <a:spAutoFit/>
          </a:bodyPr>
          <a:lstStyle/>
          <a:p>
            <a:endParaRPr lang="en-US"/>
          </a:p>
        </p:txBody>
      </p:sp>
      <p:sp>
        <p:nvSpPr>
          <p:cNvPr id="2056" name="Rectangle 17"/>
          <p:cNvSpPr>
            <a:spLocks noChangeArrowheads="1"/>
          </p:cNvSpPr>
          <p:nvPr/>
        </p:nvSpPr>
        <p:spPr bwMode="auto">
          <a:xfrm>
            <a:off x="2657475" y="1684338"/>
            <a:ext cx="9144000" cy="0"/>
          </a:xfrm>
          <a:prstGeom prst="rect">
            <a:avLst/>
          </a:prstGeom>
          <a:noFill/>
          <a:ln w="9525">
            <a:noFill/>
            <a:miter lim="800000"/>
            <a:headEnd/>
            <a:tailEnd/>
          </a:ln>
        </p:spPr>
        <p:txBody>
          <a:bodyPr>
            <a:spAutoFit/>
          </a:bodyPr>
          <a:lstStyle/>
          <a:p>
            <a:endParaRPr lang="en-US"/>
          </a:p>
        </p:txBody>
      </p:sp>
      <p:sp>
        <p:nvSpPr>
          <p:cNvPr id="2057" name="Text Box 18"/>
          <p:cNvSpPr txBox="1">
            <a:spLocks noChangeArrowheads="1"/>
          </p:cNvSpPr>
          <p:nvPr/>
        </p:nvSpPr>
        <p:spPr bwMode="auto">
          <a:xfrm>
            <a:off x="6355848" y="5672955"/>
            <a:ext cx="2004075" cy="430887"/>
          </a:xfrm>
          <a:prstGeom prst="rect">
            <a:avLst/>
          </a:prstGeom>
          <a:noFill/>
          <a:ln w="9525">
            <a:noFill/>
            <a:miter lim="800000"/>
            <a:headEnd/>
            <a:tailEnd/>
          </a:ln>
        </p:spPr>
        <p:txBody>
          <a:bodyPr wrap="square">
            <a:spAutoFit/>
          </a:bodyPr>
          <a:lstStyle/>
          <a:p>
            <a:r>
              <a:rPr lang="en-US" altLang="en-US" sz="1000" dirty="0"/>
              <a:t>D.K. BURROWS, COL, USMC</a:t>
            </a:r>
          </a:p>
          <a:p>
            <a:pPr lvl="0"/>
            <a:r>
              <a:rPr lang="en-US" sz="1200" b="1" dirty="0"/>
              <a:t>Commanding Officer</a:t>
            </a:r>
          </a:p>
        </p:txBody>
      </p:sp>
      <p:sp>
        <p:nvSpPr>
          <p:cNvPr id="2058" name="Line 19"/>
          <p:cNvSpPr>
            <a:spLocks noChangeShapeType="1"/>
          </p:cNvSpPr>
          <p:nvPr/>
        </p:nvSpPr>
        <p:spPr bwMode="auto">
          <a:xfrm>
            <a:off x="6035912" y="5663947"/>
            <a:ext cx="2295526" cy="0"/>
          </a:xfrm>
          <a:prstGeom prst="line">
            <a:avLst/>
          </a:prstGeom>
          <a:noFill/>
          <a:ln w="9525">
            <a:solidFill>
              <a:schemeClr val="tx1"/>
            </a:solidFill>
            <a:round/>
            <a:headEnd/>
            <a:tailEnd/>
          </a:ln>
        </p:spPr>
        <p:txBody>
          <a:bodyPr/>
          <a:lstStyle/>
          <a:p>
            <a:endParaRPr lang="en-US" dirty="0"/>
          </a:p>
        </p:txBody>
      </p:sp>
      <p:pic>
        <p:nvPicPr>
          <p:cNvPr id="3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9657" y="969601"/>
            <a:ext cx="6238967" cy="1342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06052" y="1640796"/>
            <a:ext cx="1146176" cy="1173575"/>
          </a:xfrm>
          <a:prstGeom prst="rect">
            <a:avLst/>
          </a:prstGeom>
        </p:spPr>
      </p:pic>
      <p:pic>
        <p:nvPicPr>
          <p:cNvPr id="3" name="Picture 2">
            <a:extLst>
              <a:ext uri="{FF2B5EF4-FFF2-40B4-BE49-F238E27FC236}">
                <a16:creationId xmlns:a16="http://schemas.microsoft.com/office/drawing/2014/main" id="{16C11653-C5E7-8D4A-06BE-75737DA9979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766273" y="4402427"/>
            <a:ext cx="1098550" cy="14859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C142FE-F5BF-0E15-E2F1-C5BC75C7FC2B}"/>
              </a:ext>
            </a:extLst>
          </p:cNvPr>
          <p:cNvPicPr>
            <a:picLocks noChangeAspect="1"/>
          </p:cNvPicPr>
          <p:nvPr/>
        </p:nvPicPr>
        <p:blipFill>
          <a:blip r:embed="rId2"/>
          <a:stretch>
            <a:fillRect/>
          </a:stretch>
        </p:blipFill>
        <p:spPr>
          <a:xfrm rot="16200000">
            <a:off x="1144544" y="-1217661"/>
            <a:ext cx="6869195" cy="9282118"/>
          </a:xfrm>
          <a:prstGeom prst="rect">
            <a:avLst/>
          </a:prstGeom>
        </p:spPr>
      </p:pic>
      <p:sp>
        <p:nvSpPr>
          <p:cNvPr id="2050" name="Text Box 2"/>
          <p:cNvSpPr txBox="1">
            <a:spLocks noChangeArrowheads="1"/>
          </p:cNvSpPr>
          <p:nvPr/>
        </p:nvSpPr>
        <p:spPr bwMode="auto">
          <a:xfrm>
            <a:off x="1853429" y="3963492"/>
            <a:ext cx="5422900" cy="1700455"/>
          </a:xfrm>
          <a:prstGeom prst="rect">
            <a:avLst/>
          </a:prstGeom>
          <a:noFill/>
          <a:ln w="9525">
            <a:noFill/>
            <a:miter lim="800000"/>
            <a:headEnd/>
            <a:tailEnd/>
          </a:ln>
        </p:spPr>
        <p:txBody>
          <a:bodyPr wrap="square" lIns="91431" tIns="45715" rIns="91431" bIns="45715">
            <a:spAutoFit/>
          </a:bodyPr>
          <a:lstStyle/>
          <a:p>
            <a:pPr algn="ctr">
              <a:spcBef>
                <a:spcPct val="50000"/>
              </a:spcBef>
            </a:pPr>
            <a:r>
              <a:rPr lang="en-US" sz="1100" b="1" i="1" dirty="0"/>
              <a:t>Has earned grateful appreciation for his unselfish, faithful, and devoted service during his father’s Marine Corps Career.  Your unfailing support and understanding helped to make possible your father’s lasting contribution to this Command and the United States Marine Corps. We fully realize that the support and understanding you have displayed was not provided without hardship and sacrifice during his tour of duty with Headquarters Battalion, 2d Marine Division.  </a:t>
            </a:r>
          </a:p>
          <a:p>
            <a:pPr algn="ctr">
              <a:spcBef>
                <a:spcPct val="50000"/>
              </a:spcBef>
            </a:pPr>
            <a:r>
              <a:rPr lang="en-US" sz="1100" b="1" i="1" dirty="0"/>
              <a:t>It gives us great pleasure to present you with this certificate.</a:t>
            </a:r>
          </a:p>
          <a:p>
            <a:pPr algn="ctr"/>
            <a:r>
              <a:rPr lang="en-US" sz="1100" b="1" i="1" dirty="0"/>
              <a:t>Given under my hand this </a:t>
            </a:r>
            <a:r>
              <a:rPr lang="en-US" sz="1100" b="1" i="1" u="sng" dirty="0"/>
              <a:t>14th</a:t>
            </a:r>
            <a:r>
              <a:rPr lang="en-US" sz="1100" b="1" i="1" dirty="0"/>
              <a:t>  day of </a:t>
            </a:r>
            <a:r>
              <a:rPr lang="en-US" sz="1100" b="1" i="1" u="sng" dirty="0"/>
              <a:t>June 2024</a:t>
            </a:r>
            <a:r>
              <a:rPr lang="en-US" sz="1100" b="1" i="1" dirty="0"/>
              <a:t>. </a:t>
            </a:r>
          </a:p>
          <a:p>
            <a:r>
              <a:rPr lang="en-US" sz="1100" dirty="0"/>
              <a:t>				</a:t>
            </a:r>
          </a:p>
        </p:txBody>
      </p:sp>
      <p:sp>
        <p:nvSpPr>
          <p:cNvPr id="2051" name="Text Box 3"/>
          <p:cNvSpPr txBox="1">
            <a:spLocks noChangeArrowheads="1"/>
          </p:cNvSpPr>
          <p:nvPr/>
        </p:nvSpPr>
        <p:spPr bwMode="auto">
          <a:xfrm>
            <a:off x="2317750" y="6400800"/>
            <a:ext cx="184150" cy="457200"/>
          </a:xfrm>
          <a:prstGeom prst="rect">
            <a:avLst/>
          </a:prstGeom>
          <a:noFill/>
          <a:ln w="9525">
            <a:noFill/>
            <a:miter lim="800000"/>
            <a:headEnd/>
            <a:tailEnd/>
          </a:ln>
        </p:spPr>
        <p:txBody>
          <a:bodyPr wrap="none" lIns="91435" tIns="45717" rIns="91435" bIns="45717">
            <a:spAutoFit/>
          </a:bodyPr>
          <a:lstStyle/>
          <a:p>
            <a:endParaRPr lang="en-US"/>
          </a:p>
        </p:txBody>
      </p:sp>
      <p:sp>
        <p:nvSpPr>
          <p:cNvPr id="2054" name="Text Box 14"/>
          <p:cNvSpPr txBox="1">
            <a:spLocks noChangeArrowheads="1"/>
          </p:cNvSpPr>
          <p:nvPr/>
        </p:nvSpPr>
        <p:spPr bwMode="auto">
          <a:xfrm>
            <a:off x="2339975" y="2701618"/>
            <a:ext cx="4464050" cy="1261874"/>
          </a:xfrm>
          <a:prstGeom prst="rect">
            <a:avLst/>
          </a:prstGeom>
          <a:noFill/>
          <a:ln w="9525">
            <a:noFill/>
            <a:miter lim="800000"/>
            <a:headEnd/>
            <a:tailEnd/>
          </a:ln>
        </p:spPr>
        <p:txBody>
          <a:bodyPr wrap="square" lIns="91431" tIns="45715" rIns="91431" bIns="45715">
            <a:spAutoFit/>
          </a:bodyPr>
          <a:lstStyle/>
          <a:p>
            <a:pPr algn="ctr"/>
            <a:r>
              <a:rPr lang="en-US" altLang="en-US" sz="2800" b="1" dirty="0"/>
              <a:t>Certificate of Appreciation</a:t>
            </a:r>
          </a:p>
          <a:p>
            <a:pPr algn="ctr"/>
            <a:r>
              <a:rPr lang="en-US" sz="1200" b="1" dirty="0"/>
              <a:t>To all who shall see these presents, Greeting:</a:t>
            </a:r>
          </a:p>
          <a:p>
            <a:pPr algn="ctr"/>
            <a:r>
              <a:rPr lang="en-US" sz="1200" b="1" dirty="0"/>
              <a:t>This is to Certify that</a:t>
            </a:r>
          </a:p>
          <a:p>
            <a:pPr algn="ctr"/>
            <a:r>
              <a:rPr lang="en-US" b="1" i="1" u="sng" dirty="0"/>
              <a:t> Daniel R. DuRivage     </a:t>
            </a:r>
          </a:p>
        </p:txBody>
      </p:sp>
      <p:sp>
        <p:nvSpPr>
          <p:cNvPr id="2055" name="Rectangle 16"/>
          <p:cNvSpPr>
            <a:spLocks noChangeArrowheads="1"/>
          </p:cNvSpPr>
          <p:nvPr/>
        </p:nvSpPr>
        <p:spPr bwMode="auto">
          <a:xfrm>
            <a:off x="2657475" y="1966913"/>
            <a:ext cx="9144000" cy="0"/>
          </a:xfrm>
          <a:prstGeom prst="rect">
            <a:avLst/>
          </a:prstGeom>
          <a:noFill/>
          <a:ln w="9525">
            <a:noFill/>
            <a:miter lim="800000"/>
            <a:headEnd/>
            <a:tailEnd/>
          </a:ln>
        </p:spPr>
        <p:txBody>
          <a:bodyPr>
            <a:spAutoFit/>
          </a:bodyPr>
          <a:lstStyle/>
          <a:p>
            <a:endParaRPr lang="en-US"/>
          </a:p>
        </p:txBody>
      </p:sp>
      <p:sp>
        <p:nvSpPr>
          <p:cNvPr id="2056" name="Rectangle 17"/>
          <p:cNvSpPr>
            <a:spLocks noChangeArrowheads="1"/>
          </p:cNvSpPr>
          <p:nvPr/>
        </p:nvSpPr>
        <p:spPr bwMode="auto">
          <a:xfrm>
            <a:off x="2657475" y="1684338"/>
            <a:ext cx="9144000" cy="0"/>
          </a:xfrm>
          <a:prstGeom prst="rect">
            <a:avLst/>
          </a:prstGeom>
          <a:noFill/>
          <a:ln w="9525">
            <a:noFill/>
            <a:miter lim="800000"/>
            <a:headEnd/>
            <a:tailEnd/>
          </a:ln>
        </p:spPr>
        <p:txBody>
          <a:bodyPr>
            <a:spAutoFit/>
          </a:bodyPr>
          <a:lstStyle/>
          <a:p>
            <a:endParaRPr lang="en-US"/>
          </a:p>
        </p:txBody>
      </p:sp>
      <p:sp>
        <p:nvSpPr>
          <p:cNvPr id="2057" name="Text Box 18"/>
          <p:cNvSpPr txBox="1">
            <a:spLocks noChangeArrowheads="1"/>
          </p:cNvSpPr>
          <p:nvPr/>
        </p:nvSpPr>
        <p:spPr bwMode="auto">
          <a:xfrm>
            <a:off x="6355848" y="5672955"/>
            <a:ext cx="2004075" cy="430887"/>
          </a:xfrm>
          <a:prstGeom prst="rect">
            <a:avLst/>
          </a:prstGeom>
          <a:noFill/>
          <a:ln w="9525">
            <a:noFill/>
            <a:miter lim="800000"/>
            <a:headEnd/>
            <a:tailEnd/>
          </a:ln>
        </p:spPr>
        <p:txBody>
          <a:bodyPr wrap="square">
            <a:spAutoFit/>
          </a:bodyPr>
          <a:lstStyle/>
          <a:p>
            <a:r>
              <a:rPr lang="en-US" altLang="en-US" sz="1000" dirty="0"/>
              <a:t>D.K. BURROWS, COL, USMC</a:t>
            </a:r>
          </a:p>
          <a:p>
            <a:pPr lvl="0"/>
            <a:r>
              <a:rPr lang="en-US" sz="1200" b="1" dirty="0"/>
              <a:t>Commanding Officer</a:t>
            </a:r>
          </a:p>
        </p:txBody>
      </p:sp>
      <p:sp>
        <p:nvSpPr>
          <p:cNvPr id="2058" name="Line 19"/>
          <p:cNvSpPr>
            <a:spLocks noChangeShapeType="1"/>
          </p:cNvSpPr>
          <p:nvPr/>
        </p:nvSpPr>
        <p:spPr bwMode="auto">
          <a:xfrm>
            <a:off x="6035912" y="5663947"/>
            <a:ext cx="2295526" cy="0"/>
          </a:xfrm>
          <a:prstGeom prst="line">
            <a:avLst/>
          </a:prstGeom>
          <a:noFill/>
          <a:ln w="9525">
            <a:solidFill>
              <a:schemeClr val="tx1"/>
            </a:solidFill>
            <a:round/>
            <a:headEnd/>
            <a:tailEnd/>
          </a:ln>
        </p:spPr>
        <p:txBody>
          <a:bodyPr/>
          <a:lstStyle/>
          <a:p>
            <a:endParaRPr lang="en-US" dirty="0"/>
          </a:p>
        </p:txBody>
      </p:sp>
      <p:pic>
        <p:nvPicPr>
          <p:cNvPr id="3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9657" y="969601"/>
            <a:ext cx="6238967" cy="1342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06052" y="1640796"/>
            <a:ext cx="1146176" cy="1173575"/>
          </a:xfrm>
          <a:prstGeom prst="rect">
            <a:avLst/>
          </a:prstGeom>
        </p:spPr>
      </p:pic>
      <p:pic>
        <p:nvPicPr>
          <p:cNvPr id="3" name="Picture 2">
            <a:extLst>
              <a:ext uri="{FF2B5EF4-FFF2-40B4-BE49-F238E27FC236}">
                <a16:creationId xmlns:a16="http://schemas.microsoft.com/office/drawing/2014/main" id="{16C11653-C5E7-8D4A-06BE-75737DA9979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766273" y="4402427"/>
            <a:ext cx="1098550" cy="1485972"/>
          </a:xfrm>
          <a:prstGeom prst="rect">
            <a:avLst/>
          </a:prstGeom>
        </p:spPr>
      </p:pic>
    </p:spTree>
    <p:extLst>
      <p:ext uri="{BB962C8B-B14F-4D97-AF65-F5344CB8AC3E}">
        <p14:creationId xmlns:p14="http://schemas.microsoft.com/office/powerpoint/2010/main" val="1694949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C142FE-F5BF-0E15-E2F1-C5BC75C7FC2B}"/>
              </a:ext>
            </a:extLst>
          </p:cNvPr>
          <p:cNvPicPr>
            <a:picLocks noChangeAspect="1"/>
          </p:cNvPicPr>
          <p:nvPr/>
        </p:nvPicPr>
        <p:blipFill>
          <a:blip r:embed="rId2"/>
          <a:stretch>
            <a:fillRect/>
          </a:stretch>
        </p:blipFill>
        <p:spPr>
          <a:xfrm rot="16200000">
            <a:off x="1144544" y="-1217661"/>
            <a:ext cx="6869195" cy="9282118"/>
          </a:xfrm>
          <a:prstGeom prst="rect">
            <a:avLst/>
          </a:prstGeom>
        </p:spPr>
      </p:pic>
      <p:sp>
        <p:nvSpPr>
          <p:cNvPr id="2050" name="Text Box 2"/>
          <p:cNvSpPr txBox="1">
            <a:spLocks noChangeArrowheads="1"/>
          </p:cNvSpPr>
          <p:nvPr/>
        </p:nvSpPr>
        <p:spPr bwMode="auto">
          <a:xfrm>
            <a:off x="1853429" y="3963492"/>
            <a:ext cx="5422900" cy="1700455"/>
          </a:xfrm>
          <a:prstGeom prst="rect">
            <a:avLst/>
          </a:prstGeom>
          <a:noFill/>
          <a:ln w="9525">
            <a:noFill/>
            <a:miter lim="800000"/>
            <a:headEnd/>
            <a:tailEnd/>
          </a:ln>
        </p:spPr>
        <p:txBody>
          <a:bodyPr wrap="square" lIns="91431" tIns="45715" rIns="91431" bIns="45715">
            <a:spAutoFit/>
          </a:bodyPr>
          <a:lstStyle/>
          <a:p>
            <a:pPr algn="ctr">
              <a:spcBef>
                <a:spcPct val="50000"/>
              </a:spcBef>
            </a:pPr>
            <a:r>
              <a:rPr lang="en-US" sz="1100" b="1" i="1" dirty="0"/>
              <a:t>Has earned grateful appreciation for his unselfish, faithful, and devoted service during his father’s Marine Corps Career.  Your unfailing support and understanding helped to make possible your father’s lasting contribution to this Command and the United States Marine Corps. We fully realize that the support and understanding you have displayed was not provided without hardship and sacrifice during his tour of duty with Headquarters Battalion, 2d Marine Division.  </a:t>
            </a:r>
          </a:p>
          <a:p>
            <a:pPr algn="ctr">
              <a:spcBef>
                <a:spcPct val="50000"/>
              </a:spcBef>
            </a:pPr>
            <a:r>
              <a:rPr lang="en-US" sz="1100" b="1" i="1" dirty="0"/>
              <a:t>It gives us great pleasure to present you with this certificate.</a:t>
            </a:r>
          </a:p>
          <a:p>
            <a:pPr algn="ctr"/>
            <a:r>
              <a:rPr lang="en-US" sz="1100" b="1" i="1" dirty="0"/>
              <a:t>Given under my hand this </a:t>
            </a:r>
            <a:r>
              <a:rPr lang="en-US" sz="1100" b="1" i="1" u="sng" dirty="0"/>
              <a:t>14th</a:t>
            </a:r>
            <a:r>
              <a:rPr lang="en-US" sz="1100" b="1" i="1" dirty="0"/>
              <a:t> day of </a:t>
            </a:r>
            <a:r>
              <a:rPr lang="en-US" sz="1100" b="1" i="1" u="sng" dirty="0"/>
              <a:t>June 2024</a:t>
            </a:r>
            <a:r>
              <a:rPr lang="en-US" sz="1100" b="1" i="1" dirty="0"/>
              <a:t>. </a:t>
            </a:r>
          </a:p>
          <a:p>
            <a:r>
              <a:rPr lang="en-US" sz="1100" dirty="0"/>
              <a:t>				</a:t>
            </a:r>
          </a:p>
        </p:txBody>
      </p:sp>
      <p:sp>
        <p:nvSpPr>
          <p:cNvPr id="2051" name="Text Box 3"/>
          <p:cNvSpPr txBox="1">
            <a:spLocks noChangeArrowheads="1"/>
          </p:cNvSpPr>
          <p:nvPr/>
        </p:nvSpPr>
        <p:spPr bwMode="auto">
          <a:xfrm>
            <a:off x="2317750" y="6400800"/>
            <a:ext cx="184150" cy="457200"/>
          </a:xfrm>
          <a:prstGeom prst="rect">
            <a:avLst/>
          </a:prstGeom>
          <a:noFill/>
          <a:ln w="9525">
            <a:noFill/>
            <a:miter lim="800000"/>
            <a:headEnd/>
            <a:tailEnd/>
          </a:ln>
        </p:spPr>
        <p:txBody>
          <a:bodyPr wrap="none" lIns="91435" tIns="45717" rIns="91435" bIns="45717">
            <a:spAutoFit/>
          </a:bodyPr>
          <a:lstStyle/>
          <a:p>
            <a:endParaRPr lang="en-US"/>
          </a:p>
        </p:txBody>
      </p:sp>
      <p:sp>
        <p:nvSpPr>
          <p:cNvPr id="2054" name="Text Box 14"/>
          <p:cNvSpPr txBox="1">
            <a:spLocks noChangeArrowheads="1"/>
          </p:cNvSpPr>
          <p:nvPr/>
        </p:nvSpPr>
        <p:spPr bwMode="auto">
          <a:xfrm>
            <a:off x="2339975" y="2701618"/>
            <a:ext cx="4464050" cy="1261874"/>
          </a:xfrm>
          <a:prstGeom prst="rect">
            <a:avLst/>
          </a:prstGeom>
          <a:noFill/>
          <a:ln w="9525">
            <a:noFill/>
            <a:miter lim="800000"/>
            <a:headEnd/>
            <a:tailEnd/>
          </a:ln>
        </p:spPr>
        <p:txBody>
          <a:bodyPr wrap="square" lIns="91431" tIns="45715" rIns="91431" bIns="45715">
            <a:spAutoFit/>
          </a:bodyPr>
          <a:lstStyle/>
          <a:p>
            <a:pPr algn="ctr"/>
            <a:r>
              <a:rPr lang="en-US" altLang="en-US" sz="2800" b="1" dirty="0"/>
              <a:t>Certificate of Appreciation</a:t>
            </a:r>
          </a:p>
          <a:p>
            <a:pPr algn="ctr"/>
            <a:r>
              <a:rPr lang="en-US" sz="1200" b="1" dirty="0"/>
              <a:t>To all who shall see these presents, Greeting:</a:t>
            </a:r>
          </a:p>
          <a:p>
            <a:pPr algn="ctr"/>
            <a:r>
              <a:rPr lang="en-US" sz="1200" b="1" dirty="0"/>
              <a:t>This is to Certify that</a:t>
            </a:r>
          </a:p>
          <a:p>
            <a:pPr algn="ctr"/>
            <a:r>
              <a:rPr lang="en-US" b="1" i="1" u="sng" dirty="0"/>
              <a:t>Presley M. DuRivage     </a:t>
            </a:r>
          </a:p>
        </p:txBody>
      </p:sp>
      <p:sp>
        <p:nvSpPr>
          <p:cNvPr id="2055" name="Rectangle 16"/>
          <p:cNvSpPr>
            <a:spLocks noChangeArrowheads="1"/>
          </p:cNvSpPr>
          <p:nvPr/>
        </p:nvSpPr>
        <p:spPr bwMode="auto">
          <a:xfrm>
            <a:off x="2657475" y="1966913"/>
            <a:ext cx="9144000" cy="0"/>
          </a:xfrm>
          <a:prstGeom prst="rect">
            <a:avLst/>
          </a:prstGeom>
          <a:noFill/>
          <a:ln w="9525">
            <a:noFill/>
            <a:miter lim="800000"/>
            <a:headEnd/>
            <a:tailEnd/>
          </a:ln>
        </p:spPr>
        <p:txBody>
          <a:bodyPr>
            <a:spAutoFit/>
          </a:bodyPr>
          <a:lstStyle/>
          <a:p>
            <a:endParaRPr lang="en-US"/>
          </a:p>
        </p:txBody>
      </p:sp>
      <p:sp>
        <p:nvSpPr>
          <p:cNvPr id="2056" name="Rectangle 17"/>
          <p:cNvSpPr>
            <a:spLocks noChangeArrowheads="1"/>
          </p:cNvSpPr>
          <p:nvPr/>
        </p:nvSpPr>
        <p:spPr bwMode="auto">
          <a:xfrm>
            <a:off x="2657475" y="1684338"/>
            <a:ext cx="9144000" cy="0"/>
          </a:xfrm>
          <a:prstGeom prst="rect">
            <a:avLst/>
          </a:prstGeom>
          <a:noFill/>
          <a:ln w="9525">
            <a:noFill/>
            <a:miter lim="800000"/>
            <a:headEnd/>
            <a:tailEnd/>
          </a:ln>
        </p:spPr>
        <p:txBody>
          <a:bodyPr>
            <a:spAutoFit/>
          </a:bodyPr>
          <a:lstStyle/>
          <a:p>
            <a:endParaRPr lang="en-US"/>
          </a:p>
        </p:txBody>
      </p:sp>
      <p:sp>
        <p:nvSpPr>
          <p:cNvPr id="2057" name="Text Box 18"/>
          <p:cNvSpPr txBox="1">
            <a:spLocks noChangeArrowheads="1"/>
          </p:cNvSpPr>
          <p:nvPr/>
        </p:nvSpPr>
        <p:spPr bwMode="auto">
          <a:xfrm>
            <a:off x="6355848" y="5672955"/>
            <a:ext cx="2004075" cy="430887"/>
          </a:xfrm>
          <a:prstGeom prst="rect">
            <a:avLst/>
          </a:prstGeom>
          <a:noFill/>
          <a:ln w="9525">
            <a:noFill/>
            <a:miter lim="800000"/>
            <a:headEnd/>
            <a:tailEnd/>
          </a:ln>
        </p:spPr>
        <p:txBody>
          <a:bodyPr wrap="square">
            <a:spAutoFit/>
          </a:bodyPr>
          <a:lstStyle/>
          <a:p>
            <a:r>
              <a:rPr lang="en-US" altLang="en-US" sz="1000" dirty="0"/>
              <a:t>D.K. BURROWS, COL, USMC</a:t>
            </a:r>
          </a:p>
          <a:p>
            <a:pPr lvl="0"/>
            <a:r>
              <a:rPr lang="en-US" sz="1200" b="1" dirty="0"/>
              <a:t>Commanding Officer</a:t>
            </a:r>
          </a:p>
        </p:txBody>
      </p:sp>
      <p:sp>
        <p:nvSpPr>
          <p:cNvPr id="2058" name="Line 19"/>
          <p:cNvSpPr>
            <a:spLocks noChangeShapeType="1"/>
          </p:cNvSpPr>
          <p:nvPr/>
        </p:nvSpPr>
        <p:spPr bwMode="auto">
          <a:xfrm>
            <a:off x="6035912" y="5663947"/>
            <a:ext cx="2295526" cy="0"/>
          </a:xfrm>
          <a:prstGeom prst="line">
            <a:avLst/>
          </a:prstGeom>
          <a:noFill/>
          <a:ln w="9525">
            <a:solidFill>
              <a:schemeClr val="tx1"/>
            </a:solidFill>
            <a:round/>
            <a:headEnd/>
            <a:tailEnd/>
          </a:ln>
        </p:spPr>
        <p:txBody>
          <a:bodyPr/>
          <a:lstStyle/>
          <a:p>
            <a:endParaRPr lang="en-US" dirty="0"/>
          </a:p>
        </p:txBody>
      </p:sp>
      <p:pic>
        <p:nvPicPr>
          <p:cNvPr id="3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9657" y="969601"/>
            <a:ext cx="6238967" cy="1342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06052" y="1640796"/>
            <a:ext cx="1146176" cy="1173575"/>
          </a:xfrm>
          <a:prstGeom prst="rect">
            <a:avLst/>
          </a:prstGeom>
        </p:spPr>
      </p:pic>
      <p:pic>
        <p:nvPicPr>
          <p:cNvPr id="3" name="Picture 2">
            <a:extLst>
              <a:ext uri="{FF2B5EF4-FFF2-40B4-BE49-F238E27FC236}">
                <a16:creationId xmlns:a16="http://schemas.microsoft.com/office/drawing/2014/main" id="{16C11653-C5E7-8D4A-06BE-75737DA9979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766273" y="4402427"/>
            <a:ext cx="1098550" cy="1485972"/>
          </a:xfrm>
          <a:prstGeom prst="rect">
            <a:avLst/>
          </a:prstGeom>
        </p:spPr>
      </p:pic>
    </p:spTree>
    <p:extLst>
      <p:ext uri="{BB962C8B-B14F-4D97-AF65-F5344CB8AC3E}">
        <p14:creationId xmlns:p14="http://schemas.microsoft.com/office/powerpoint/2010/main" val="3013016434"/>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26900</TotalTime>
  <Words>405</Words>
  <Application>Microsoft Office PowerPoint</Application>
  <PresentationFormat>Letter Paper (8.5x11 in)</PresentationFormat>
  <Paragraphs>30</Paragraphs>
  <Slides>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Times New Roman</vt:lpstr>
      <vt:lpstr>Blank Presentation</vt:lpstr>
      <vt:lpstr>PowerPoint Presentation</vt:lpstr>
      <vt:lpstr>PowerPoint Presentation</vt:lpstr>
      <vt:lpstr>PowerPoint Presentation</vt:lpstr>
    </vt:vector>
  </TitlesOfParts>
  <Company>USMC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spouse certificate</dc:title>
  <dc:creator>Buckley</dc:creator>
  <cp:lastModifiedBy>Uribe MGySgt A (Fredo)</cp:lastModifiedBy>
  <cp:revision>245</cp:revision>
  <cp:lastPrinted>2024-01-30T15:09:34Z</cp:lastPrinted>
  <dcterms:created xsi:type="dcterms:W3CDTF">2001-03-20T17:24:34Z</dcterms:created>
  <dcterms:modified xsi:type="dcterms:W3CDTF">2024-06-04T21:14:25Z</dcterms:modified>
</cp:coreProperties>
</file>